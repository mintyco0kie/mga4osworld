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27451C-A228-42FB-98EA-D4F34731B8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805C256-5BFA-4E3F-940C-3741A4C520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9D0BADC-3488-491F-8F8C-467E86405A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7CA6383-5ECB-4039-8813-1BE9CE5F6E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BD9B497-6D97-44E8-925A-BF452356EB1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B2753A4-B7E1-479A-8449-C5B6C33E4E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36F2612-15E5-46EF-9C34-5AE55888EB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589E288-965C-4393-A6BC-A4D921203E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CBDAEF6-156D-4BA7-8150-5F83B60B9F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C2EB87E-BF59-4B78-9024-B124B589F3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A062ADC-83E9-4143-842C-18499D5EF90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E6ED7E8-8A86-4108-9AD8-602C8CB85A9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 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AE1949D-3A2C-4669-BB10-C687A11720C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2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 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ff0000"/>
                </a:solidFill>
                <a:latin typeface="Calibri"/>
              </a:rPr>
              <a:t>Our Customers Love Us!!!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8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8000"/>
                </a:solidFill>
                <a:latin typeface="Times New Roman"/>
              </a:rPr>
              <a:t>Customer Reviews</a:t>
            </a:r>
            <a:endParaRPr b="0" lang="en-HK" sz="3200" spc="-1" strike="noStrike">
              <a:latin typeface="Arial"/>
            </a:endParaRPr>
          </a:p>
        </p:txBody>
      </p:sp>
      <p:pic>
        <p:nvPicPr>
          <p:cNvPr id="45" name="Picture 3" descr="none.png"/>
          <p:cNvPicPr/>
          <p:nvPr/>
        </p:nvPicPr>
        <p:blipFill>
          <a:blip r:embed="rId1"/>
          <a:stretch/>
        </p:blipFill>
        <p:spPr>
          <a:xfrm>
            <a:off x="628560" y="4029120"/>
            <a:ext cx="2158920" cy="215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2025-09-17T23:44:10Z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