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DAB18B-607F-43DB-B205-AA5FE7B1D7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3473F0-9EDF-4F0F-81EC-46D7BEAC9B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D4614C-FCAE-499B-8ABA-6949826D64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5A3229-E0EA-4A06-B00E-88917E0CEB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35D24D-3D05-4795-9351-B99A1F1F8A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668BB8-E760-4EC2-85BC-47D02F0153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7C1E26-8979-433D-9D1B-CFAC87B28B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EE46DA-FFF7-493F-BB1C-AC820D004B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44DA63-8C81-4CEC-81A4-D97373BAE3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9649D1-0D0D-434C-8829-628BD1D42B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2D4758-EFF1-4823-A3B0-1CBF30217E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7127B7-988E-424C-B666-FC0E7AB2D6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5E4120-70A4-49B4-859F-92EB50D414ED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765880" y="1126440"/>
            <a:ext cx="457164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2765880" y="1126440"/>
            <a:ext cx="457164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2765880" y="1126440"/>
            <a:ext cx="457164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765880" y="1126440"/>
            <a:ext cx="457164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765880" y="1126440"/>
            <a:ext cx="457164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2765880" y="1126440"/>
            <a:ext cx="457164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2024-01-27T22:31:32Z</dcterms:created>
  <dc:creator/>
  <dc:description/>
  <dc:language>en-HK</dc:language>
  <cp:lastModifiedBy/>
  <dcterms:modified xsi:type="dcterms:W3CDTF">2025-09-17T10:56:49Z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