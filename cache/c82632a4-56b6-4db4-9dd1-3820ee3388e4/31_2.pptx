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F413A02-3F70-43F1-B4D2-11F26EACE1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53BA79-1760-4BD7-9F56-3BCE257A45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A48326A-D1BC-4A31-9E04-A135D56B1A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5AF7C4-78C0-4FBE-B2D4-1D268BE3A6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B4ECF3-7524-43DE-B805-66B35EDE7E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EEAB89-2B7E-4A94-8CD9-2AB01E404A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61DD725-D653-4AE8-8A65-FCFCD9C55F7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313560F-D0C3-4C39-A90C-A4B991EE487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96E9A1A-B9C3-48C2-B3E8-48A599E3F0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43FEDA-E8E4-43C9-AAA7-4C5AD83AB1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AD3415-3743-4882-90B1-B7EEF497C2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85E451-BE75-4482-8A18-00C8D12C3E7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A64C9AE-84FC-44BE-9E41-C2523850D663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Marketing Strategies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HK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Search Engine Optimization (SEO)</a:t>
            </a:r>
            <a:endParaRPr b="0" lang="en-HK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Social Media Marketing (SMM)</a:t>
            </a:r>
            <a:endParaRPr b="0" lang="en-HK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Email Marketing</a:t>
            </a:r>
            <a:endParaRPr b="0" lang="en-HK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Content Marketing</a:t>
            </a:r>
            <a:endParaRPr b="0" lang="en-HK" sz="32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Pay-Per-Click Advertising (PPC)</a:t>
            </a:r>
            <a:endParaRPr b="0" lang="en-HK" sz="3200" spc="-1" strike="noStrike"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2154600" y="1000440"/>
            <a:ext cx="360000" cy="36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2025-09-17T21:49:13Z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