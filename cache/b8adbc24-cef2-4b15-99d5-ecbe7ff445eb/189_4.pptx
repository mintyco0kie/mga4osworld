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5651E73-7984-43B7-8D59-0332E909E4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4DB227-073E-410D-87E0-0578C76546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82D38DF-27F2-41BA-B6CE-D1A1FD373AB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A4516F-3044-458B-8FBD-B62463591C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95B28F6-D0F3-4259-8B65-8D3C748421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ED26050-8F1E-4314-B3F7-FB2832BD53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5E2E8C8-E4B2-41AB-AEDB-3187CF62E6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87F70F2-9D30-4ED2-886C-6904B05759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B420DEF-82A3-40FF-AB32-ECD6958B2E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50611BF-67F0-4B14-94FD-0636DB36C5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2CC53E9-C840-4791-ACB8-8C688133A8E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A0F0CD-2441-4231-B31D-3E03F972F6B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2400" spc="-1" strike="noStrike">
                <a:latin typeface="Times New Roman"/>
              </a:defRPr>
            </a:lvl1pPr>
          </a:lstStyle>
          <a:p>
            <a:endParaRPr b="0" lang="en-HK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ff0000"/>
                </a:solidFill>
                <a:latin typeface="Calibri"/>
              </a:rPr>
              <a:t>Sustaina</a:t>
            </a:r>
            <a:r>
              <a:rPr b="0" lang="en-US" sz="4400" spc="-1" strike="noStrike">
                <a:solidFill>
                  <a:srgbClr val="ff0000"/>
                </a:solidFill>
                <a:latin typeface="Calibri"/>
              </a:rPr>
              <a:t>ble </a:t>
            </a:r>
            <a:r>
              <a:rPr b="0" lang="en-US" sz="4400" spc="-1" strike="noStrike">
                <a:solidFill>
                  <a:srgbClr val="ff0000"/>
                </a:solidFill>
                <a:latin typeface="Calibri"/>
              </a:rPr>
              <a:t>Energy</a:t>
            </a:r>
            <a:endParaRPr b="0" lang="en-HK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Picture 3" descr="none.png"/>
          <p:cNvPicPr/>
          <p:nvPr/>
        </p:nvPicPr>
        <p:blipFill>
          <a:blip r:embed="rId1"/>
          <a:stretch/>
        </p:blipFill>
        <p:spPr>
          <a:xfrm>
            <a:off x="628560" y="1825560"/>
            <a:ext cx="2158920" cy="21589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44" name="Table 4"/>
          <p:cNvGraphicFramePr/>
          <p:nvPr/>
        </p:nvGraphicFramePr>
        <p:xfrm>
          <a:off x="628560" y="1825560"/>
          <a:ext cx="7886160" cy="198396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9080"/>
              </a:tblGrid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wind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low cost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high initial investment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solar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low environmental impact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intermittent availability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hydro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high availability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land use conflicts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geothermal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c9211e"/>
                </a:solidFill>
                <a:latin typeface="Arial"/>
              </a:rPr>
              <a:t>Online Shopping</a:t>
            </a:r>
            <a:endParaRPr b="0" lang="en-HK" sz="1800" spc="-1" strike="noStrike">
              <a:solidFill>
                <a:srgbClr val="c9211e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LibreOffice/7.3.7.2$Linux_X86_64 LibreOffice_project/30$Build-2</Application>
  <AppVersion>15.0000</AppVersion>
  <Words>157</Words>
  <Paragraphs>22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2025-07-03T12:50:19Z</dcterms:created>
  <dc:creator/>
  <dc:description>generated using python-pptx</dc:description>
  <dc:language>en-HK</dc:language>
  <cp:lastModifiedBy/>
  <dcterms:modified xsi:type="dcterms:W3CDTF">2025-09-17T21:33:39Z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CEF6A21BD2789951207C6668DEDC98E8_42</vt:lpwstr>
  </property>
  <property fmtid="{D5CDD505-2E9C-101B-9397-08002B2CF9AE}" pid="3" name="KSOProductBuildVer">
    <vt:lpwstr>2052-7.2.0.8943</vt:lpwstr>
  </property>
  <property fmtid="{D5CDD505-2E9C-101B-9397-08002B2CF9AE}" pid="4" name="PresentationFormat">
    <vt:lpwstr>On-screen Show (4:3)</vt:lpwstr>
  </property>
  <property fmtid="{D5CDD505-2E9C-101B-9397-08002B2CF9AE}" pid="5" name="Slides">
    <vt:i4>2</vt:i4>
  </property>
</Properties>
</file>