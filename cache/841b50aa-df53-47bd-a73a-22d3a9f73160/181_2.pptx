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9C1002E-EC1C-4CAB-A270-F9E4693DFE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E1A574-C540-4224-8559-B979990E97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B5248C-2E0D-4B31-BEEA-847AAC5FEC3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D58F2CB-BC6A-4ADB-860F-19DF8A1676E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92A800E-1127-4CCA-B57D-4858B3E7C2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D63B3BB-FC0C-4730-8AA8-EE8263EBB3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9C96BA6-9397-4AE9-A3D6-39685A09F4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49849E2-2511-4A38-9C52-07CB003216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3D45CEE-9698-4ADD-A297-87F8603DD8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C81B305-E9BF-4D6C-9633-695D83E38E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B1FDCBF-8406-4072-8315-4D08CE6FF93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0FA3A29-C4E8-4DB8-90D9-436B283C2AA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9743ECE-3645-4871-8D6B-67730953432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f0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APP</a:t>
            </a:r>
            <a:endParaRPr b="0" lang="en-HK" sz="1800" spc="-1" strike="noStrike">
              <a:latin typeface="Arial"/>
            </a:endParaRPr>
          </a:p>
        </p:txBody>
      </p:sp>
      <p:graphicFrame>
        <p:nvGraphicFramePr>
          <p:cNvPr id="41" name="Table 3"/>
          <p:cNvGraphicFramePr/>
          <p:nvPr/>
        </p:nvGraphicFramePr>
        <p:xfrm>
          <a:off x="628560" y="1825560"/>
          <a:ext cx="7886160" cy="73944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Benefits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370080"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2025-09-16T17:31:04Z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