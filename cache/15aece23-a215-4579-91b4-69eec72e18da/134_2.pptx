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35B034-3848-4939-B7BA-D23412CD4F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4A6E08-DC16-46D5-B7B4-5F99735BAB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98503F-8C80-4974-8A3D-1F3DDF23A2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A80DEF-193A-4990-86B6-335C557E4C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54A674-4783-4D27-B39B-3BB9769BEF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7691E4-AB32-4A85-8A03-BA54AA3B41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650780-EA82-463D-ABE4-2D5610D8B7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5ACDE2-5560-4A55-B71A-587671D15E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2FF8BA-3B08-41E9-A6FD-2ADAD612A7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5A7124-00FF-4905-80C1-17A7BBD519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6A682D-5BDB-402F-8FB3-A477436C26C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F7965C-B309-4940-80BD-9D56B74F23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9D0055-704F-46EE-8073-61F813F68F2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 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531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Product Comparison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628560" y="1825560"/>
          <a:ext cx="7886160" cy="235368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Smartphone (Apple iPhone 13)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Laptop (Dell XPS 13)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Smartwatch (Apple Watch Series 7)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Headphones (Sony WH-1000XM4)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Camera (Canon EOS R5)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Television (Samsung QLED Q90T)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Gaming Console (PlayStation 5)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Fitness Tracker (Fitbit Charge 4)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Wireless Earbuds (AirPods Pro)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Tablet (iPad Pro)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2025-09-17T17:20:18Z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