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4E69B8-B360-4060-A04F-403162A705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D4707D-0410-4AF8-B9BE-B949DF63A6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EB98A8-4FAF-4079-8F38-43EB8624AA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B3B43A-E7E0-456D-9A3E-DC88259768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3EBC9F-4209-4F21-BB47-2C192B7A35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84E6D6-5CEA-4FEB-AA84-708EDD38E5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D67CCF-7B1E-4ED6-9F50-C7AA227E2D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7FE705-C61B-4314-92B2-224FB07056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02360D-A4B4-4C8E-828E-A7451870A3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DE38EA-1586-4660-99EB-44C6A56BA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7E8C61-E3B0-4946-80B5-4CCF84660E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365870-C425-47AE-BB08-CEB41D3395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3D75593-B9DB-4EF8-9FF7-AB1916E09B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3D4BB6-F1E5-49DC-A866-46D50E3272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71C99F-CBC1-44FF-989A-F7225D227E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3B66C6-58E1-4EB5-9F56-10D1B1474B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FF9038A-2685-4FD8-B8A2-E6FA89D323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D666AA-5557-4F9E-8DDC-70D5739D0A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538350-A331-450C-95FD-97B8C72E57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E1125DE-05A6-4F56-9385-98DC8A13B5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C3F826-9580-4471-A668-0A0751FC53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04D6CC-EF1E-4D57-91DB-470AA96151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19DE38-2B61-4C35-9423-6324364EDE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834570-292B-4309-902A-6334DE4D3A9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0203D6-2592-402F-AC01-4E63F86D4891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3DBD0B-B89F-4207-8A0F-C0C15FF18153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 algn="ctr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  <a:ea typeface="Calibri"/>
              </a:rPr>
              <a:t>Our product is designed to meet the needs of our target market by providing a simple and efficient solution to their problem.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431640" y="360000"/>
            <a:ext cx="1548000" cy="15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Product Overview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Features</a:t>
            </a:r>
            <a:endParaRPr b="0" lang="en-HK" sz="4400" spc="-1" strike="noStrike">
              <a:latin typeface="Arial"/>
            </a:endParaRPr>
          </a:p>
        </p:txBody>
      </p:sp>
      <p:graphicFrame>
        <p:nvGraphicFramePr>
          <p:cNvPr id="87" name=""/>
          <p:cNvGraphicFramePr/>
          <p:nvPr/>
        </p:nvGraphicFramePr>
        <p:xfrm>
          <a:off x="504000" y="1326600"/>
          <a:ext cx="9070920" cy="2187720"/>
        </p:xfrm>
        <a:graphic>
          <a:graphicData uri="http://schemas.openxmlformats.org/drawingml/2006/table">
            <a:tbl>
              <a:tblPr/>
              <a:tblGrid>
                <a:gridCol w="3023640"/>
                <a:gridCol w="3023640"/>
                <a:gridCol w="3024000"/>
              </a:tblGrid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en-HK</dc:language>
  <cp:lastModifiedBy/>
  <dcterms:modified xsi:type="dcterms:W3CDTF">2025-09-17T21:57:33Z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