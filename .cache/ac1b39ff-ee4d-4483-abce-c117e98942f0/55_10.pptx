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1561C6-5221-4B5C-B1A6-0EDF1A0828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F189DF-ED05-4B04-896B-6FBAEA69AB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FDE503-E2ED-4924-B807-A5422B2B34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3BA0AA-A2B0-4063-9C7A-FA3B8C40B6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C50466-8F8C-48AF-89B8-C0BD2753EE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CF68FFF-08E1-4068-B0E3-1DF1688B7F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CCB211-F608-484E-A85B-56961C732F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CABA5D-4234-4482-A4A1-02887A860E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DFEBDE-7056-4029-8B46-E0A2267A34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7BB23B-90B0-489A-B05B-44064F463C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AEB9C2-61D0-4B76-842B-04030FD3EFF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67DFFF-D10D-4398-87E5-0CF56FC8AA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1202FD4-93B5-4679-B2A2-516D676726DA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Bridget Fonda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383880" y="600120"/>
            <a:ext cx="2879280" cy="251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Movie List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</a:rPr>
              <a:t>Born in Los Angeles, Bridget Fonda comes from a respected acting family, which includes Henry Fonda, Peter Fonda and Jane Fonda. She became involved with the theatre after appearing in a school production of Harvey, and later having a silent role in Partners. In 1988, she appeared in Scandal, her first speaking role, having a few small roles afterwards.</a:t>
            </a:r>
            <a:endParaRPr b="0" lang="en-HK" sz="1200" spc="-1" strike="noStrike">
              <a:latin typeface="Arial"/>
            </a:endParaRPr>
          </a:p>
        </p:txBody>
      </p:sp>
      <p:graphicFrame>
        <p:nvGraphicFramePr>
          <p:cNvPr id="48" name="Table 3"/>
          <p:cNvGraphicFramePr/>
          <p:nvPr/>
        </p:nvGraphicFramePr>
        <p:xfrm>
          <a:off x="628560" y="1825560"/>
          <a:ext cx="7886160" cy="11091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Movie List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</a:rPr>
              <a:t>Born in Los Angeles, Bridget Fonda comes from a respected acting family, which includes Henry Fonda, Peter Fonda and Jane Fonda. She became involved with the theatre after appearing in a school production of Harvey, and later having a silent role in Partners. In 1988, she appeared in Scandal, her first speaking role, having a few small roles afterwards.</a:t>
            </a:r>
            <a:endParaRPr b="0" lang="en-HK" sz="1200" spc="-1" strike="noStrike">
              <a:latin typeface="Arial"/>
            </a:endParaRPr>
          </a:p>
        </p:txBody>
      </p:sp>
      <p:graphicFrame>
        <p:nvGraphicFramePr>
          <p:cNvPr id="51" name="Table 1"/>
          <p:cNvGraphicFramePr/>
          <p:nvPr/>
        </p:nvGraphicFramePr>
        <p:xfrm>
          <a:off x="628560" y="1825560"/>
          <a:ext cx="7886160" cy="11091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en-HK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2025-03-05T01:21:56Z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