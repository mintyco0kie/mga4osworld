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October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160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November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December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Category 0</c:v>
                </c:pt>
                <c:pt idx="1">
                  <c:v>Category 1</c:v>
                </c:pt>
                <c:pt idx="2">
                  <c:v>Category 2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130</c:v>
                </c:pt>
              </c:numCache>
            </c:numRef>
          </c:val>
        </c:ser>
        <c:gapWidth val="150"/>
        <c:overlap val="0"/>
        <c:axId val="44547594"/>
        <c:axId val="35159659"/>
      </c:barChart>
      <c:catAx>
        <c:axId val="44547594"/>
        <c:scaling>
          <c:orientation val="minMax"/>
        </c:scaling>
        <c:delete val="0"/>
        <c:axPos val="b"/>
        <c:numFmt formatCode="[$-3C09]dd/mm/yyyy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35159659"/>
        <c:crosses val="autoZero"/>
        <c:auto val="1"/>
        <c:lblAlgn val="ctr"/>
        <c:lblOffset val="100"/>
        <c:noMultiLvlLbl val="0"/>
      </c:catAx>
      <c:valAx>
        <c:axId val="3515965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4454759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10A690-9C23-4C89-B66C-898CDADFC9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4326AF-638A-48A4-B611-6CBE0187D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AB1F46-CD01-4D1C-AF71-87CF0A8986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43AC09-DA31-40DA-93E7-DD3D373EEF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8F6859-A8AB-40C4-BF8D-031E2E104D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F9FFA6-27D8-4473-BB4E-28BE6354A7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EE0933-E893-421F-9BD4-D9F35FB745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03BC16-586D-4723-9B05-C77C55F586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457BEB-ABEF-4DC4-AEF1-6D0675E9F6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E6ACE1-B7EC-49B7-9101-E4CA4C73E5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657DAB-49F4-41C7-93EA-2AD0ADBD10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292C39-4848-4247-848B-09618BEAB6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779E0B6-BF33-4916-9DFE-99BDAD7B7AA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Microsoft JhengHei"/>
                <a:ea typeface="Microsoft JhengHei"/>
              </a:rPr>
              <a:t>Introduction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Development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pic>
        <p:nvPicPr>
          <p:cNvPr id="45" name="Google Shape;92;p2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Assessment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graphicFrame>
        <p:nvGraphicFramePr>
          <p:cNvPr id="48" name="Google Shape;99;p3"/>
          <p:cNvGraphicFramePr/>
          <p:nvPr/>
        </p:nvGraphicFramePr>
        <p:xfrm>
          <a:off x="628560" y="1825560"/>
          <a:ext cx="7886160" cy="435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Analysis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graphicFrame>
        <p:nvGraphicFramePr>
          <p:cNvPr id="51" name="Google Shape;106;p4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ni"/>
                          <a:ea typeface="Calibri"/>
                        </a:rPr>
                        <a:t>toIPA</a:t>
                      </a:r>
                      <a:endParaRPr b="0" lang="en-HK" sz="1800" spc="-1" strike="noStrike">
                        <a:latin typeface="An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ni"/>
                          <a:ea typeface="Calibri"/>
                        </a:rPr>
                        <a:t>Advantages</a:t>
                      </a:r>
                      <a:endParaRPr b="0" lang="en-HK" sz="1800" spc="-1" strike="noStrike">
                        <a:latin typeface="An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Ani"/>
                          <a:ea typeface="Calibri"/>
                        </a:rPr>
                        <a:t>Disadvanges</a:t>
                      </a:r>
                      <a:endParaRPr b="0" lang="en-HK" sz="1800" spc="-1" strike="noStrike">
                        <a:latin typeface="An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Conclusion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en-HK</dc:language>
  <cp:lastModifiedBy/>
  <dcterms:modified xsi:type="dcterms:W3CDTF">2025-03-05T00:45:55Z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