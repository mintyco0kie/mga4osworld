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presProps.xml" ContentType="application/vnd.openxmlformats-officedocument.presentationml.presProps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2C029AC-732D-46EF-A06E-EC04B65F483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2F43279-B6EC-42FF-8479-939615311CA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EA40475-52A2-466A-9831-D4684CD0536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A2BAE86-8579-4441-A651-78DCFAD78DA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83C8FD3-816A-49F8-B27C-E5B34E6167C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1A0707D-8992-4164-9D94-054993C51E9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3116004-9E8A-438B-B0FE-D716F43EE4D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6B5422A-EE95-4310-953C-00EBBACA7C3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893EF07-0A76-415A-B24F-6D37D0BB335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288925B-CDCB-468F-9D03-FB0980403BC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835C2F2-3E02-4175-BE9A-40C747DE34B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C915826-9604-4F5E-BB50-74ADA494009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HK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HK" sz="1400" spc="-1" strike="noStrike">
                <a:latin typeface="Times New Roman"/>
              </a:rPr>
              <a:t>&lt;footer&gt;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99C7BAB-B176-4616-A82D-AF4C0D9E6894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HK" sz="1400" spc="-1" strike="noStrike">
                <a:latin typeface="Times New Roman"/>
              </a:defRPr>
            </a:lvl1pPr>
          </a:lstStyle>
          <a:p>
            <a:r>
              <a:rPr b="0" lang="en-HK" sz="1400" spc="-1" strike="noStrike">
                <a:latin typeface="Times New Roman"/>
              </a:rPr>
              <a:t>&lt;date/time&gt;</a:t>
            </a:r>
            <a:endParaRPr b="0" lang="en-HK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4400" spc="-1" strike="noStrike" u="sng">
                <a:solidFill>
                  <a:srgbClr val="000000"/>
                </a:solidFill>
                <a:uFillTx/>
                <a:latin typeface="Calibri"/>
              </a:rPr>
              <a:t>Should You Consider Studying Abroad?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HK" sz="3200" spc="-1" strike="noStrike">
              <a:latin typeface="Arial"/>
            </a:endParaRPr>
          </a:p>
        </p:txBody>
      </p:sp>
      <p:pic>
        <p:nvPicPr>
          <p:cNvPr id="41" name="Picture 3" descr="none.png"/>
          <p:cNvPicPr/>
          <p:nvPr/>
        </p:nvPicPr>
        <p:blipFill>
          <a:blip r:embed="rId1"/>
          <a:stretch/>
        </p:blipFill>
        <p:spPr>
          <a:xfrm>
            <a:off x="628560" y="4029120"/>
            <a:ext cx="1798920" cy="1078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en-HK</dc:language>
  <cp:lastModifiedBy>Steve Canny</cp:lastModifiedBy>
  <dcterms:modified xsi:type="dcterms:W3CDTF">2013-01-27T09:15:58Z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