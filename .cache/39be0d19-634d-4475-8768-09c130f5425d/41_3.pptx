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Column 1</c:v>
                </c:pt>
              </c:strCache>
            </c:strRef>
          </c:tx>
          <c:spPr>
            <a:solidFill>
              <a:srgbClr val="004586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Row 1</c:v>
                </c:pt>
                <c:pt idx="1">
                  <c:v>Row 2</c:v>
                </c:pt>
                <c:pt idx="2">
                  <c:v>Row 3</c:v>
                </c:pt>
                <c:pt idx="3">
                  <c:v>Row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9.1</c:v>
                </c:pt>
                <c:pt idx="1">
                  <c:v>2.4</c:v>
                </c:pt>
                <c:pt idx="2">
                  <c:v>3.1</c:v>
                </c:pt>
                <c:pt idx="3">
                  <c:v>4.3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Column 2</c:v>
                </c:pt>
              </c:strCache>
            </c:strRef>
          </c:tx>
          <c:spPr>
            <a:solidFill>
              <a:srgbClr val="ff420e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Row 1</c:v>
                </c:pt>
                <c:pt idx="1">
                  <c:v>Row 2</c:v>
                </c:pt>
                <c:pt idx="2">
                  <c:v>Row 3</c:v>
                </c:pt>
                <c:pt idx="3">
                  <c:v>Row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3.2</c:v>
                </c:pt>
                <c:pt idx="1">
                  <c:v>8.8</c:v>
                </c:pt>
                <c:pt idx="2">
                  <c:v>1.5</c:v>
                </c:pt>
                <c:pt idx="3">
                  <c:v>9.02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Column 3</c:v>
                </c:pt>
              </c:strCache>
            </c:strRef>
          </c:tx>
          <c:spPr>
            <a:solidFill>
              <a:srgbClr val="ffd320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Row 1</c:v>
                </c:pt>
                <c:pt idx="1">
                  <c:v>Row 2</c:v>
                </c:pt>
                <c:pt idx="2">
                  <c:v>Row 3</c:v>
                </c:pt>
                <c:pt idx="3">
                  <c:v>Row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4.54</c:v>
                </c:pt>
                <c:pt idx="1">
                  <c:v>9.65</c:v>
                </c:pt>
                <c:pt idx="2">
                  <c:v>3.7</c:v>
                </c:pt>
                <c:pt idx="3">
                  <c:v>6.2</c:v>
                </c:pt>
              </c:numCache>
            </c:numRef>
          </c:val>
        </c:ser>
        <c:gapWidth val="100"/>
        <c:overlap val="0"/>
        <c:axId val="15320054"/>
        <c:axId val="55426318"/>
      </c:barChart>
      <c:catAx>
        <c:axId val="15320054"/>
        <c:scaling>
          <c:orientation val="minMax"/>
        </c:scaling>
        <c:delete val="0"/>
        <c:axPos val="b"/>
        <c:numFmt formatCode="[$-3C09]dd/mm/yyyy" sourceLinked="1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latin typeface="Arial"/>
              </a:defRPr>
            </a:pPr>
          </a:p>
        </c:txPr>
        <c:crossAx val="55426318"/>
        <c:crosses val="autoZero"/>
        <c:auto val="1"/>
        <c:lblAlgn val="ctr"/>
        <c:lblOffset val="100"/>
        <c:noMultiLvlLbl val="0"/>
      </c:catAx>
      <c:valAx>
        <c:axId val="55426318"/>
        <c:scaling>
          <c:orientation val="minMax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latin typeface="Arial"/>
              </a:defRPr>
            </a:pPr>
          </a:p>
        </c:txPr>
        <c:crossAx val="15320054"/>
        <c:crosses val="autoZero"/>
        <c:crossBetween val="between"/>
      </c:valAx>
      <c:spPr>
        <a:noFill/>
        <a:ln w="0">
          <a:solidFill>
            <a:srgbClr val="b3b3b3"/>
          </a:solidFill>
        </a:ln>
      </c:spPr>
    </c:plotArea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A642C4A-E7F6-4B66-B848-3355AA440B7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FF360B8-3848-4751-A272-917A1F0693D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3949276-1CF1-4981-AE67-10BAA3F26F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B0F6418-A7E0-4836-987A-2FB73EC5A46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E2AC988-D7E7-4EF6-900B-AC937F257BE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28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639B2FC-71F5-456A-BC02-AC59F4AE018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B6A57B4-055C-452D-B7D6-129EB0FCF2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5AEDED5-DFF2-4E39-8F82-7F50F8B924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E60F335-5F7F-4FCB-A9AF-D2C33BA1D3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1533EDA-A585-44DA-A016-CE5F9C98282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5722A49-8692-4181-9AE7-0D67CA8A250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55BDB11-6901-465B-B38A-4FE1CB1EFF3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1ACDECF-4884-47C3-AC46-CB42F130ED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FE1B3E0-1843-4B77-BB5A-65284EB3D3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21C26C1-CBAB-4F90-8E75-955CFE66C7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C3F1562-8B4D-43DE-9730-69475F89584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1A8B96C-9F42-4B0A-B3CD-18C8C2DDDF7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280" cy="43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51C1432-4555-45DA-8CFA-1A37A6801B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114817C-8257-421E-8FB9-116155A1428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26406F2-38CE-4EEF-A57F-518B73F5F3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47A29D5-7C4A-4F2D-929C-31988386A0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2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5CC4956-43F8-4780-B309-71BA7A2F1FD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152320" y="132660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5152320" y="3044160"/>
            <a:ext cx="442656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BB45F91-7B35-4599-8FE6-8AB7795430A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83F2E63-3FF1-4ED5-B637-8952C054514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800" spc="-1" strike="noStrike">
                <a:latin typeface="Arial"/>
              </a:rPr>
              <a:t>Click to edit the title text format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9FD93D7-A980-45C7-9141-56CB5C7C6083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800" spc="-1" strike="noStrike">
                <a:latin typeface="Arial"/>
              </a:rPr>
              <a:t>Click to edit the title text format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Click to edit the outline text format</a:t>
            </a:r>
            <a:endParaRPr b="0" lang="en-HK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latin typeface="Arial"/>
              </a:rPr>
              <a:t>Second Outline Level</a:t>
            </a:r>
            <a:endParaRPr b="0" lang="en-HK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Third Outline Level</a:t>
            </a:r>
            <a:endParaRPr b="0" lang="en-HK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latin typeface="Arial"/>
              </a:rPr>
              <a:t>Fourth Outline Level</a:t>
            </a:r>
            <a:endParaRPr b="0" lang="en-HK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Fifth Outline Level</a:t>
            </a:r>
            <a:endParaRPr b="0" lang="en-HK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Sixth Outline Level</a:t>
            </a:r>
            <a:endParaRPr b="0" lang="en-HK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Seventh Outline Level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AD0FC9F-E4F8-47C2-B620-4E16D722167C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 algn="ctr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solidFill>
                  <a:srgbClr val="000000"/>
                </a:solidFill>
                <a:latin typeface="Calibri"/>
                <a:ea typeface="Calibri"/>
              </a:rPr>
              <a:t>Our product is designed to meet the needs of our target market by providing a simple and efficient solution to their problem.</a:t>
            </a:r>
            <a:endParaRPr b="0" lang="en-HK" sz="3200" spc="-1" strike="noStrike">
              <a:latin typeface="Arial"/>
            </a:endParaRPr>
          </a:p>
        </p:txBody>
      </p:sp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431640" y="360000"/>
            <a:ext cx="1548000" cy="154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HK" sz="4400" spc="-1" strike="noStrike">
                <a:latin typeface="Arial"/>
              </a:rPr>
              <a:t>Product Overview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HK" sz="4400" spc="-1" strike="noStrike">
                <a:latin typeface="Arial"/>
              </a:rPr>
              <a:t>Features</a:t>
            </a:r>
            <a:endParaRPr b="0" lang="en-HK" sz="4400" spc="-1" strike="noStrike">
              <a:latin typeface="Arial"/>
            </a:endParaRPr>
          </a:p>
        </p:txBody>
      </p:sp>
      <p:graphicFrame>
        <p:nvGraphicFramePr>
          <p:cNvPr id="87" name=""/>
          <p:cNvGraphicFramePr/>
          <p:nvPr/>
        </p:nvGraphicFramePr>
        <p:xfrm>
          <a:off x="504000" y="1326600"/>
          <a:ext cx="9071280" cy="3287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en-HK</dc:language>
  <cp:lastModifiedBy/>
  <dcterms:modified xsi:type="dcterms:W3CDTF">2025-03-05T01:03:53Z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