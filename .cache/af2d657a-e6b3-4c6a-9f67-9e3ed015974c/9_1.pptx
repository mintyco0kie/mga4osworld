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7DCB03-12F3-4AB5-8424-3888250A86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D2DB35-A6D9-4596-B4EF-608704E7D8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E2D2EF7-9BA0-43DC-95A9-BD10B5132F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6CB652C-BD49-486B-9631-7536C4D373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23F0B03-A8A5-4864-BDED-695E4F9934F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53B6A4-2D43-40B1-88B6-683B24B19F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BB3A96E-25CA-47FA-8E47-0D9C470C318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E310AD-789E-49BD-9CB6-A88D4859E2D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ED5D433-8571-4B28-8F2F-06EFF591D8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9C619A-6CFE-43E6-A652-6C2CE52BF1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C4084CF-530D-40C5-B730-30E37FA795D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AA43DBD-8CDA-4D3C-AD17-76C15F7332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HK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2D1220-5103-4823-A9CF-97DB7BCE4A0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HK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HK" sz="1400" spc="-1" strike="noStrike">
                <a:latin typeface="Times New Roman"/>
              </a:defRPr>
            </a:lvl1pPr>
          </a:lstStyle>
          <a:p>
            <a:r>
              <a:rPr b="0" lang="en-HK" sz="1400" spc="-1" strike="noStrike">
                <a:latin typeface="Times New Roman"/>
              </a:rPr>
              <a:t>&lt;date/time&gt;</a:t>
            </a:r>
            <a:endParaRPr b="0" lang="en-HK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Click to edit the title text format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3200" spc="-1" strike="noStrike">
                <a:latin typeface="Arial"/>
              </a:rPr>
              <a:t>Click to edit the outline text format</a:t>
            </a:r>
            <a:endParaRPr b="0" lang="en-HK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800" spc="-1" strike="noStrike">
                <a:latin typeface="Arial"/>
              </a:rPr>
              <a:t>Second Outline Level</a:t>
            </a:r>
            <a:endParaRPr b="0" lang="en-HK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400" spc="-1" strike="noStrike">
                <a:latin typeface="Arial"/>
              </a:rPr>
              <a:t>Third Outline Level</a:t>
            </a:r>
            <a:endParaRPr b="0" lang="en-HK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HK" sz="2000" spc="-1" strike="noStrike">
                <a:latin typeface="Arial"/>
              </a:rPr>
              <a:t>Fourth Outline Level</a:t>
            </a:r>
            <a:endParaRPr b="0" lang="en-HK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Fifth Outline Level</a:t>
            </a:r>
            <a:endParaRPr b="0" lang="en-HK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Sixth Outline Level</a:t>
            </a:r>
            <a:endParaRPr b="0" lang="en-HK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HK" sz="2000" spc="-1" strike="noStrike">
                <a:latin typeface="Arial"/>
              </a:rPr>
              <a:t>Seventh Outline Level</a:t>
            </a:r>
            <a:endParaRPr b="0" lang="en-HK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HK" sz="4400" spc="-1" strike="noStrike">
                <a:latin typeface="Arial"/>
              </a:rPr>
              <a:t>Happy Family</a:t>
            </a:r>
            <a:endParaRPr b="0" lang="en-HK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  <p:sp>
        <p:nvSpPr>
          <p:cNvPr id="47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HK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HK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2025-03-04T23:52:48Z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