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227E24DB-1BA4-4F1E-BE76-E83456CE2363}" type="slidenum">
              <a:t>&lt;#&gt;</a:t>
            </a:fld>
          </a:p>
        </p:txBody>
      </p:sp>
      <p:sp>
        <p:nvSpPr>
          <p:cNvPr id="4" name="PlaceHolder 3"/>
          <p:cNvSpPr>
            <a:spLocks noGrp="1"/>
          </p:cNvSpPr>
          <p:nvPr>
            <p:ph type="dt" idx="1"/>
          </p:nvPr>
        </p:nvSpPr>
        <p:spPr/>
        <p:txBody>
          <a:bodyPr/>
          <a:p>
            <a:r>
              <a:rPr lang="en-HK"/>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EC176610-674D-43D0-897D-C98340B2CF23}" type="slidenum">
              <a:t>&lt;#&gt;</a:t>
            </a:fld>
          </a:p>
        </p:txBody>
      </p:sp>
      <p:sp>
        <p:nvSpPr>
          <p:cNvPr id="6" name="PlaceHolder 5"/>
          <p:cNvSpPr>
            <a:spLocks noGrp="1"/>
          </p:cNvSpPr>
          <p:nvPr>
            <p:ph type="dt" idx="1"/>
          </p:nvPr>
        </p:nvSpPr>
        <p:spPr/>
        <p:txBody>
          <a:bodyPr/>
          <a:p>
            <a:r>
              <a:rPr lang="en-HK"/>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D781F40E-1772-41DE-BD57-1BE25F232D24}" type="slidenum">
              <a:t>&lt;#&gt;</a:t>
            </a:fld>
          </a:p>
        </p:txBody>
      </p:sp>
      <p:sp>
        <p:nvSpPr>
          <p:cNvPr id="6" name="PlaceHolder 5"/>
          <p:cNvSpPr>
            <a:spLocks noGrp="1"/>
          </p:cNvSpPr>
          <p:nvPr>
            <p:ph type="dt" idx="1"/>
          </p:nvPr>
        </p:nvSpPr>
        <p:spPr/>
        <p:txBody>
          <a:bodyPr/>
          <a:p>
            <a:r>
              <a:rPr lang="en-HK"/>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E91515CC-771C-44E3-8CE7-6A689D6EB978}" type="slidenum">
              <a:t>&lt;#&gt;</a:t>
            </a:fld>
          </a:p>
        </p:txBody>
      </p:sp>
      <p:sp>
        <p:nvSpPr>
          <p:cNvPr id="7" name="PlaceHolder 6"/>
          <p:cNvSpPr>
            <a:spLocks noGrp="1"/>
          </p:cNvSpPr>
          <p:nvPr>
            <p:ph type="dt" idx="1"/>
          </p:nvPr>
        </p:nvSpPr>
        <p:spPr/>
        <p:txBody>
          <a:bodyPr/>
          <a:p>
            <a:r>
              <a:rPr lang="en-HK"/>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59E0CE5-B929-4E6D-A11F-03FEB4836F1C}" type="slidenum">
              <a:t>&lt;#&gt;</a:t>
            </a:fld>
          </a:p>
        </p:txBody>
      </p:sp>
      <p:sp>
        <p:nvSpPr>
          <p:cNvPr id="5" name="PlaceHolder 4"/>
          <p:cNvSpPr>
            <a:spLocks noGrp="1"/>
          </p:cNvSpPr>
          <p:nvPr>
            <p:ph type="dt" idx="1"/>
          </p:nvPr>
        </p:nvSpPr>
        <p:spPr/>
        <p:txBody>
          <a:bodyPr/>
          <a:p>
            <a:r>
              <a:rPr lang="en-HK"/>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1141CAB3-A58A-4E4C-9757-871C9B9EB695}" type="slidenum">
              <a:t>&lt;#&gt;</a:t>
            </a:fld>
          </a:p>
        </p:txBody>
      </p:sp>
      <p:sp>
        <p:nvSpPr>
          <p:cNvPr id="5" name="PlaceHolder 4"/>
          <p:cNvSpPr>
            <a:spLocks noGrp="1"/>
          </p:cNvSpPr>
          <p:nvPr>
            <p:ph type="dt" idx="1"/>
          </p:nvPr>
        </p:nvSpPr>
        <p:spPr/>
        <p:txBody>
          <a:bodyPr/>
          <a:p>
            <a:r>
              <a:rPr lang="en-HK"/>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8"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9"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0"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3F1E1F6-270F-40B9-BEF9-6E2407B988B8}"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22"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3"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4"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0D6B0537-320B-4277-B9ED-3E65068C08FB}"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26"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7"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8"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913EEF0-93EE-4482-AD80-747F266FF344}"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0"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1"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737FCE44-9935-4929-9251-A5BBCACC8535}" type="slidenum">
              <a:t>&lt;#&gt;</a:t>
            </a:fld>
          </a:p>
        </p:txBody>
      </p:sp>
      <p:sp>
        <p:nvSpPr>
          <p:cNvPr id="7" name="PlaceHolder 6"/>
          <p:cNvSpPr>
            <a:spLocks noGrp="1"/>
          </p:cNvSpPr>
          <p:nvPr>
            <p:ph type="dt" idx="1"/>
          </p:nvPr>
        </p:nvSpPr>
        <p:spPr/>
        <p:txBody>
          <a:bodyPr/>
          <a:p>
            <a:r>
              <a:rPr lang="en-HK"/>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3"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4"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5"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6"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9CD6D096-7C7F-4E45-838B-F3BAB8AFA0FD}" type="slidenum">
              <a:t>&lt;#&gt;</a:t>
            </a:fld>
          </a:p>
        </p:txBody>
      </p:sp>
      <p:sp>
        <p:nvSpPr>
          <p:cNvPr id="9" name="PlaceHolder 8"/>
          <p:cNvSpPr>
            <a:spLocks noGrp="1"/>
          </p:cNvSpPr>
          <p:nvPr>
            <p:ph type="dt" idx="1"/>
          </p:nvPr>
        </p:nvSpPr>
        <p:spPr/>
        <p:txBody>
          <a:bodyPr/>
          <a:p>
            <a:r>
              <a:rPr lang="en-HK"/>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8"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9"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0"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1"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2"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3"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1295FE4B-9E31-4A51-9505-B9CC5679BA1C}" type="slidenum">
              <a:t>&lt;#&gt;</a:t>
            </a:fld>
          </a:p>
        </p:txBody>
      </p:sp>
      <p:sp>
        <p:nvSpPr>
          <p:cNvPr id="11" name="PlaceHolder 10"/>
          <p:cNvSpPr>
            <a:spLocks noGrp="1"/>
          </p:cNvSpPr>
          <p:nvPr>
            <p:ph type="dt" idx="1"/>
          </p:nvPr>
        </p:nvSpPr>
        <p:spPr/>
        <p:txBody>
          <a:bodyPr/>
          <a:p>
            <a:r>
              <a:rPr lang="en-HK"/>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FEABCBFB-C66A-48FF-A19A-FC705ED312AB}" type="slidenum">
              <a:t>&lt;#&gt;</a:t>
            </a:fld>
          </a:p>
        </p:txBody>
      </p:sp>
      <p:sp>
        <p:nvSpPr>
          <p:cNvPr id="4" name="PlaceHolder 3"/>
          <p:cNvSpPr>
            <a:spLocks noGrp="1"/>
          </p:cNvSpPr>
          <p:nvPr>
            <p:ph type="dt" idx="4"/>
          </p:nvPr>
        </p:nvSpPr>
        <p:spPr/>
        <p:txBody>
          <a:bodyPr/>
          <a:p>
            <a:r>
              <a:rPr lang="en-HK"/>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51"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A7EDA7FD-66EB-455E-A34C-76BC7CE2B325}" type="slidenum">
              <a:t>&lt;#&gt;</a:t>
            </a:fld>
          </a:p>
        </p:txBody>
      </p:sp>
      <p:sp>
        <p:nvSpPr>
          <p:cNvPr id="6" name="PlaceHolder 5"/>
          <p:cNvSpPr>
            <a:spLocks noGrp="1"/>
          </p:cNvSpPr>
          <p:nvPr>
            <p:ph type="dt" idx="4"/>
          </p:nvPr>
        </p:nvSpPr>
        <p:spPr/>
        <p:txBody>
          <a:bodyPr/>
          <a:p>
            <a:r>
              <a:rPr lang="en-HK"/>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53"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BDD71743-0FC1-4749-8C6D-95E418A9EED9}" type="slidenum">
              <a:t>&lt;#&gt;</a:t>
            </a:fld>
          </a:p>
        </p:txBody>
      </p:sp>
      <p:sp>
        <p:nvSpPr>
          <p:cNvPr id="6" name="PlaceHolder 5"/>
          <p:cNvSpPr>
            <a:spLocks noGrp="1"/>
          </p:cNvSpPr>
          <p:nvPr>
            <p:ph type="dt" idx="4"/>
          </p:nvPr>
        </p:nvSpPr>
        <p:spPr/>
        <p:txBody>
          <a:bodyPr/>
          <a:p>
            <a:r>
              <a:rPr lang="en-HK"/>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55"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6"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9859F9BA-4B72-4503-9CC4-B316961A3B48}" type="slidenum">
              <a:t>&lt;#&gt;</a:t>
            </a:fld>
          </a:p>
        </p:txBody>
      </p:sp>
      <p:sp>
        <p:nvSpPr>
          <p:cNvPr id="7" name="PlaceHolder 6"/>
          <p:cNvSpPr>
            <a:spLocks noGrp="1"/>
          </p:cNvSpPr>
          <p:nvPr>
            <p:ph type="dt" idx="4"/>
          </p:nvPr>
        </p:nvSpPr>
        <p:spPr/>
        <p:txBody>
          <a:bodyPr/>
          <a:p>
            <a:r>
              <a:rPr lang="en-HK"/>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25E7D515-CE4A-4F76-A585-C4B66ACD6A30}" type="slidenum">
              <a:t>&lt;#&gt;</a:t>
            </a:fld>
          </a:p>
        </p:txBody>
      </p:sp>
      <p:sp>
        <p:nvSpPr>
          <p:cNvPr id="5" name="PlaceHolder 4"/>
          <p:cNvSpPr>
            <a:spLocks noGrp="1"/>
          </p:cNvSpPr>
          <p:nvPr>
            <p:ph type="dt" idx="4"/>
          </p:nvPr>
        </p:nvSpPr>
        <p:spPr/>
        <p:txBody>
          <a:bodyPr/>
          <a:p>
            <a:r>
              <a:rPr lang="en-HK"/>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BE8C174A-A348-4326-8140-0C85E0C39D38}" type="slidenum">
              <a:t>&lt;#&gt;</a:t>
            </a:fld>
          </a:p>
        </p:txBody>
      </p:sp>
      <p:sp>
        <p:nvSpPr>
          <p:cNvPr id="5" name="PlaceHolder 4"/>
          <p:cNvSpPr>
            <a:spLocks noGrp="1"/>
          </p:cNvSpPr>
          <p:nvPr>
            <p:ph type="dt" idx="4"/>
          </p:nvPr>
        </p:nvSpPr>
        <p:spPr/>
        <p:txBody>
          <a:bodyPr/>
          <a:p>
            <a:r>
              <a:rPr lang="en-HK"/>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60"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1"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2"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F8E0B9DB-8A2E-470A-A5D6-3E10BA4F5229}"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64"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5"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6"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CF7DB555-74FB-4AD3-91D9-D1DEA9168744}"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68"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9"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0"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BEAED396-6388-49B0-BF87-F906BAAC9494}"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72"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3"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06061985-07C8-41DB-96C8-0C6DE35B5DB0}" type="slidenum">
              <a:t>&lt;#&gt;</a:t>
            </a:fld>
          </a:p>
        </p:txBody>
      </p:sp>
      <p:sp>
        <p:nvSpPr>
          <p:cNvPr id="7" name="PlaceHolder 6"/>
          <p:cNvSpPr>
            <a:spLocks noGrp="1"/>
          </p:cNvSpPr>
          <p:nvPr>
            <p:ph type="dt" idx="4"/>
          </p:nvPr>
        </p:nvSpPr>
        <p:spPr/>
        <p:txBody>
          <a:bodyPr/>
          <a:p>
            <a:r>
              <a:rPr lang="en-HK"/>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75"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6"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7"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8"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36D1CEFB-8C66-464B-AF47-0AC99E9FD0AF}" type="slidenum">
              <a:t>&lt;#&gt;</a:t>
            </a:fld>
          </a:p>
        </p:txBody>
      </p:sp>
      <p:sp>
        <p:nvSpPr>
          <p:cNvPr id="9" name="PlaceHolder 8"/>
          <p:cNvSpPr>
            <a:spLocks noGrp="1"/>
          </p:cNvSpPr>
          <p:nvPr>
            <p:ph type="dt" idx="4"/>
          </p:nvPr>
        </p:nvSpPr>
        <p:spPr/>
        <p:txBody>
          <a:bodyPr/>
          <a:p>
            <a:r>
              <a:rPr lang="en-HK"/>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80"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1"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2"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3"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4"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5"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ABCF492D-EB03-4001-B670-AE100DEC48BE}" type="slidenum">
              <a:t>&lt;#&gt;</a:t>
            </a:fld>
          </a:p>
        </p:txBody>
      </p:sp>
      <p:sp>
        <p:nvSpPr>
          <p:cNvPr id="11" name="PlaceHolder 10"/>
          <p:cNvSpPr>
            <a:spLocks noGrp="1"/>
          </p:cNvSpPr>
          <p:nvPr>
            <p:ph type="dt" idx="4"/>
          </p:nvPr>
        </p:nvSpPr>
        <p:spPr/>
        <p:txBody>
          <a:bodyPr/>
          <a:p>
            <a:r>
              <a:rPr lang="en-HK"/>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FEDF5DCA-C340-43C5-8DAD-3988B9A3097E}" type="slidenum">
              <a:t>&lt;#&gt;</a:t>
            </a:fld>
          </a:p>
        </p:txBody>
      </p:sp>
      <p:sp>
        <p:nvSpPr>
          <p:cNvPr id="4" name="PlaceHolder 3"/>
          <p:cNvSpPr>
            <a:spLocks noGrp="1"/>
          </p:cNvSpPr>
          <p:nvPr>
            <p:ph type="dt" idx="7"/>
          </p:nvPr>
        </p:nvSpPr>
        <p:spPr/>
        <p:txBody>
          <a:bodyPr/>
          <a:p>
            <a:r>
              <a:rPr lang="en-HK"/>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3"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126E28A7-FA25-4B27-B8FC-59C78DB20DAA}" type="slidenum">
              <a:t>&lt;#&gt;</a:t>
            </a:fld>
          </a:p>
        </p:txBody>
      </p:sp>
      <p:sp>
        <p:nvSpPr>
          <p:cNvPr id="6" name="PlaceHolder 5"/>
          <p:cNvSpPr>
            <a:spLocks noGrp="1"/>
          </p:cNvSpPr>
          <p:nvPr>
            <p:ph type="dt" idx="7"/>
          </p:nvPr>
        </p:nvSpPr>
        <p:spPr/>
        <p:txBody>
          <a:bodyPr/>
          <a:p>
            <a:r>
              <a:rPr lang="en-HK"/>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5"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84294A1B-D31B-49A7-BA52-B3E69A4B6D3B}" type="slidenum">
              <a:t>&lt;#&gt;</a:t>
            </a:fld>
          </a:p>
        </p:txBody>
      </p:sp>
      <p:sp>
        <p:nvSpPr>
          <p:cNvPr id="6" name="PlaceHolder 5"/>
          <p:cNvSpPr>
            <a:spLocks noGrp="1"/>
          </p:cNvSpPr>
          <p:nvPr>
            <p:ph type="dt" idx="7"/>
          </p:nvPr>
        </p:nvSpPr>
        <p:spPr/>
        <p:txBody>
          <a:bodyPr/>
          <a:p>
            <a:r>
              <a:rPr lang="en-HK"/>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7"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8"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0DB1DD24-4133-4AD3-B53B-BBC7C60421E0}" type="slidenum">
              <a:t>&lt;#&gt;</a:t>
            </a:fld>
          </a:p>
        </p:txBody>
      </p:sp>
      <p:sp>
        <p:nvSpPr>
          <p:cNvPr id="7" name="PlaceHolder 6"/>
          <p:cNvSpPr>
            <a:spLocks noGrp="1"/>
          </p:cNvSpPr>
          <p:nvPr>
            <p:ph type="dt" idx="7"/>
          </p:nvPr>
        </p:nvSpPr>
        <p:spPr/>
        <p:txBody>
          <a:bodyPr/>
          <a:p>
            <a:r>
              <a:rPr lang="en-HK"/>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CAF1936A-F491-44AA-8F06-CF5E3A879220}" type="slidenum">
              <a:t>&lt;#&gt;</a:t>
            </a:fld>
          </a:p>
        </p:txBody>
      </p:sp>
      <p:sp>
        <p:nvSpPr>
          <p:cNvPr id="5" name="PlaceHolder 4"/>
          <p:cNvSpPr>
            <a:spLocks noGrp="1"/>
          </p:cNvSpPr>
          <p:nvPr>
            <p:ph type="dt" idx="7"/>
          </p:nvPr>
        </p:nvSpPr>
        <p:spPr/>
        <p:txBody>
          <a:bodyPr/>
          <a:p>
            <a:r>
              <a:rPr lang="en-HK"/>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0"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1BD4AA51-599D-4F77-84BB-4121BEF0EC2A}" type="slidenum">
              <a:t>&lt;#&gt;</a:t>
            </a:fld>
          </a:p>
        </p:txBody>
      </p:sp>
      <p:sp>
        <p:nvSpPr>
          <p:cNvPr id="5" name="PlaceHolder 4"/>
          <p:cNvSpPr>
            <a:spLocks noGrp="1"/>
          </p:cNvSpPr>
          <p:nvPr>
            <p:ph type="dt" idx="7"/>
          </p:nvPr>
        </p:nvSpPr>
        <p:spPr/>
        <p:txBody>
          <a:bodyPr/>
          <a:p>
            <a:r>
              <a:rPr lang="en-HK"/>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02"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3"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4"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ABEC0239-1BDD-4E9B-868E-D6112535CD95}" type="slidenum">
              <a:t>&lt;#&gt;</a:t>
            </a:fld>
          </a:p>
        </p:txBody>
      </p:sp>
      <p:sp>
        <p:nvSpPr>
          <p:cNvPr id="8" name="PlaceHolder 7"/>
          <p:cNvSpPr>
            <a:spLocks noGrp="1"/>
          </p:cNvSpPr>
          <p:nvPr>
            <p:ph type="dt" idx="7"/>
          </p:nvPr>
        </p:nvSpPr>
        <p:spPr/>
        <p:txBody>
          <a:bodyPr/>
          <a:p>
            <a:r>
              <a:rPr lang="en-HK"/>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06"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7"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8"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10F83139-AEA8-48CC-949F-96FE9C20FD2F}" type="slidenum">
              <a:t>&lt;#&gt;</a:t>
            </a:fld>
          </a:p>
        </p:txBody>
      </p:sp>
      <p:sp>
        <p:nvSpPr>
          <p:cNvPr id="8" name="PlaceHolder 7"/>
          <p:cNvSpPr>
            <a:spLocks noGrp="1"/>
          </p:cNvSpPr>
          <p:nvPr>
            <p:ph type="dt" idx="7"/>
          </p:nvPr>
        </p:nvSpPr>
        <p:spPr/>
        <p:txBody>
          <a:bodyPr/>
          <a:p>
            <a:r>
              <a:rPr lang="en-HK"/>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0"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1"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2"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EA034AE7-CEBC-458F-9273-AD560DC712C5}" type="slidenum">
              <a:t>&lt;#&gt;</a:t>
            </a:fld>
          </a:p>
        </p:txBody>
      </p:sp>
      <p:sp>
        <p:nvSpPr>
          <p:cNvPr id="8" name="PlaceHolder 7"/>
          <p:cNvSpPr>
            <a:spLocks noGrp="1"/>
          </p:cNvSpPr>
          <p:nvPr>
            <p:ph type="dt" idx="7"/>
          </p:nvPr>
        </p:nvSpPr>
        <p:spPr/>
        <p:txBody>
          <a:bodyPr/>
          <a:p>
            <a:r>
              <a:rPr lang="en-HK"/>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4"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5"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84AE804C-EB60-44C1-BE50-D96BD3949BB1}" type="slidenum">
              <a:t>&lt;#&gt;</a:t>
            </a:fld>
          </a:p>
        </p:txBody>
      </p:sp>
      <p:sp>
        <p:nvSpPr>
          <p:cNvPr id="7" name="PlaceHolder 6"/>
          <p:cNvSpPr>
            <a:spLocks noGrp="1"/>
          </p:cNvSpPr>
          <p:nvPr>
            <p:ph type="dt" idx="7"/>
          </p:nvPr>
        </p:nvSpPr>
        <p:spPr/>
        <p:txBody>
          <a:bodyPr/>
          <a:p>
            <a:r>
              <a:rPr lang="en-HK"/>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7"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8"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9"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0"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8749009E-58E9-4318-99EA-3FB42C85C06E}" type="slidenum">
              <a:t>&lt;#&gt;</a:t>
            </a:fld>
          </a:p>
        </p:txBody>
      </p:sp>
      <p:sp>
        <p:nvSpPr>
          <p:cNvPr id="9" name="PlaceHolder 8"/>
          <p:cNvSpPr>
            <a:spLocks noGrp="1"/>
          </p:cNvSpPr>
          <p:nvPr>
            <p:ph type="dt" idx="7"/>
          </p:nvPr>
        </p:nvSpPr>
        <p:spPr/>
        <p:txBody>
          <a:bodyPr/>
          <a:p>
            <a:r>
              <a:rPr lang="en-HK"/>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22"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3"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4"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5"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6"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7"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7E4C5D89-305E-4B96-9199-F02C1EBB343B}" type="slidenum">
              <a:t>&lt;#&gt;</a:t>
            </a:fld>
          </a:p>
        </p:txBody>
      </p:sp>
      <p:sp>
        <p:nvSpPr>
          <p:cNvPr id="11" name="PlaceHolder 10"/>
          <p:cNvSpPr>
            <a:spLocks noGrp="1"/>
          </p:cNvSpPr>
          <p:nvPr>
            <p:ph type="dt" idx="7"/>
          </p:nvPr>
        </p:nvSpPr>
        <p:spPr/>
        <p:txBody>
          <a:bodyPr/>
          <a:p>
            <a:r>
              <a:rPr lang="en-HK"/>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DEE6797B-AF92-4460-8BC9-6449E8BCE105}" type="slidenum">
              <a:t>&lt;#&gt;</a:t>
            </a:fld>
          </a:p>
        </p:txBody>
      </p:sp>
      <p:sp>
        <p:nvSpPr>
          <p:cNvPr id="4" name="PlaceHolder 3"/>
          <p:cNvSpPr>
            <a:spLocks noGrp="1"/>
          </p:cNvSpPr>
          <p:nvPr>
            <p:ph type="dt" idx="10"/>
          </p:nvPr>
        </p:nvSpPr>
        <p:spPr/>
        <p:txBody>
          <a:bodyPr/>
          <a:p>
            <a:r>
              <a:rPr lang="en-HK"/>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5"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3DE6002E-6587-4D89-9F7A-26E8F5BA9DB7}" type="slidenum">
              <a:t>&lt;#&gt;</a:t>
            </a:fld>
          </a:p>
        </p:txBody>
      </p:sp>
      <p:sp>
        <p:nvSpPr>
          <p:cNvPr id="6" name="PlaceHolder 5"/>
          <p:cNvSpPr>
            <a:spLocks noGrp="1"/>
          </p:cNvSpPr>
          <p:nvPr>
            <p:ph type="dt" idx="10"/>
          </p:nvPr>
        </p:nvSpPr>
        <p:spPr/>
        <p:txBody>
          <a:bodyPr/>
          <a:p>
            <a:r>
              <a:rPr lang="en-HK"/>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7"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38AD1A7-27F7-42FC-AC14-257448E7C66C}" type="slidenum">
              <a:t>&lt;#&gt;</a:t>
            </a:fld>
          </a:p>
        </p:txBody>
      </p:sp>
      <p:sp>
        <p:nvSpPr>
          <p:cNvPr id="6" name="PlaceHolder 5"/>
          <p:cNvSpPr>
            <a:spLocks noGrp="1"/>
          </p:cNvSpPr>
          <p:nvPr>
            <p:ph type="dt" idx="10"/>
          </p:nvPr>
        </p:nvSpPr>
        <p:spPr/>
        <p:txBody>
          <a:bodyPr/>
          <a:p>
            <a:r>
              <a:rPr lang="en-HK"/>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9"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0"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0EFD007D-23B5-4719-8AFB-75A170925C64}" type="slidenum">
              <a:t>&lt;#&gt;</a:t>
            </a:fld>
          </a:p>
        </p:txBody>
      </p:sp>
      <p:sp>
        <p:nvSpPr>
          <p:cNvPr id="7" name="PlaceHolder 6"/>
          <p:cNvSpPr>
            <a:spLocks noGrp="1"/>
          </p:cNvSpPr>
          <p:nvPr>
            <p:ph type="dt" idx="10"/>
          </p:nvPr>
        </p:nvSpPr>
        <p:spPr/>
        <p:txBody>
          <a:bodyPr/>
          <a:p>
            <a:r>
              <a:rPr lang="en-HK"/>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7FF859EB-AEAC-465C-B7FD-EAA8AA07A687}" type="slidenum">
              <a:t>&lt;#&gt;</a:t>
            </a:fld>
          </a:p>
        </p:txBody>
      </p:sp>
      <p:sp>
        <p:nvSpPr>
          <p:cNvPr id="5" name="PlaceHolder 4"/>
          <p:cNvSpPr>
            <a:spLocks noGrp="1"/>
          </p:cNvSpPr>
          <p:nvPr>
            <p:ph type="dt" idx="10"/>
          </p:nvPr>
        </p:nvSpPr>
        <p:spPr/>
        <p:txBody>
          <a:bodyPr/>
          <a:p>
            <a:r>
              <a:rPr lang="en-HK"/>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2"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358081EB-6FAA-4386-BBD7-56023075C8CD}" type="slidenum">
              <a:t>&lt;#&gt;</a:t>
            </a:fld>
          </a:p>
        </p:txBody>
      </p:sp>
      <p:sp>
        <p:nvSpPr>
          <p:cNvPr id="5" name="PlaceHolder 4"/>
          <p:cNvSpPr>
            <a:spLocks noGrp="1"/>
          </p:cNvSpPr>
          <p:nvPr>
            <p:ph type="dt" idx="10"/>
          </p:nvPr>
        </p:nvSpPr>
        <p:spPr/>
        <p:txBody>
          <a:bodyPr/>
          <a:p>
            <a:r>
              <a:rPr lang="en-HK"/>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44"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5"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6"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F730B233-ECC3-4FD6-BCA4-5AA3CD655CFD}" type="slidenum">
              <a:t>&lt;#&gt;</a:t>
            </a:fld>
          </a:p>
        </p:txBody>
      </p:sp>
      <p:sp>
        <p:nvSpPr>
          <p:cNvPr id="8" name="PlaceHolder 7"/>
          <p:cNvSpPr>
            <a:spLocks noGrp="1"/>
          </p:cNvSpPr>
          <p:nvPr>
            <p:ph type="dt" idx="10"/>
          </p:nvPr>
        </p:nvSpPr>
        <p:spPr/>
        <p:txBody>
          <a:bodyPr/>
          <a:p>
            <a:r>
              <a:rPr lang="en-HK"/>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48"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9"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0"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17257675-2131-4287-8AE6-2C55E3AEC358}" type="slidenum">
              <a:t>&lt;#&gt;</a:t>
            </a:fld>
          </a:p>
        </p:txBody>
      </p:sp>
      <p:sp>
        <p:nvSpPr>
          <p:cNvPr id="8" name="PlaceHolder 7"/>
          <p:cNvSpPr>
            <a:spLocks noGrp="1"/>
          </p:cNvSpPr>
          <p:nvPr>
            <p:ph type="dt" idx="10"/>
          </p:nvPr>
        </p:nvSpPr>
        <p:spPr/>
        <p:txBody>
          <a:bodyPr/>
          <a:p>
            <a:r>
              <a:rPr lang="en-HK"/>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52"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3"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4"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1F358735-F3B0-4457-9588-C0957D4766D0}" type="slidenum">
              <a:t>&lt;#&gt;</a:t>
            </a:fld>
          </a:p>
        </p:txBody>
      </p:sp>
      <p:sp>
        <p:nvSpPr>
          <p:cNvPr id="8" name="PlaceHolder 7"/>
          <p:cNvSpPr>
            <a:spLocks noGrp="1"/>
          </p:cNvSpPr>
          <p:nvPr>
            <p:ph type="dt" idx="10"/>
          </p:nvPr>
        </p:nvSpPr>
        <p:spPr/>
        <p:txBody>
          <a:bodyPr/>
          <a:p>
            <a:r>
              <a:rPr lang="en-HK"/>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56"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7"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0CC2CB5A-10C7-45BE-A51C-2C408AAD616F}" type="slidenum">
              <a:t>&lt;#&gt;</a:t>
            </a:fld>
          </a:p>
        </p:txBody>
      </p:sp>
      <p:sp>
        <p:nvSpPr>
          <p:cNvPr id="7" name="PlaceHolder 6"/>
          <p:cNvSpPr>
            <a:spLocks noGrp="1"/>
          </p:cNvSpPr>
          <p:nvPr>
            <p:ph type="dt" idx="10"/>
          </p:nvPr>
        </p:nvSpPr>
        <p:spPr/>
        <p:txBody>
          <a:bodyPr/>
          <a:p>
            <a:r>
              <a:rPr lang="en-HK"/>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8"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59"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0"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1"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2"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ACD8955D-2153-4E8E-BD7D-A7C25A995E54}" type="slidenum">
              <a:t>&lt;#&gt;</a:t>
            </a:fld>
          </a:p>
        </p:txBody>
      </p:sp>
      <p:sp>
        <p:nvSpPr>
          <p:cNvPr id="9" name="PlaceHolder 8"/>
          <p:cNvSpPr>
            <a:spLocks noGrp="1"/>
          </p:cNvSpPr>
          <p:nvPr>
            <p:ph type="dt" idx="10"/>
          </p:nvPr>
        </p:nvSpPr>
        <p:spPr/>
        <p:txBody>
          <a:bodyPr/>
          <a:p>
            <a:r>
              <a:rPr lang="en-HK"/>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64"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5"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6"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7"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8"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9"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C1A9BBDB-39AF-4885-8530-86B3BA901908}" type="slidenum">
              <a:t>&lt;#&gt;</a:t>
            </a:fld>
          </a:p>
        </p:txBody>
      </p:sp>
      <p:sp>
        <p:nvSpPr>
          <p:cNvPr id="11" name="PlaceHolder 10"/>
          <p:cNvSpPr>
            <a:spLocks noGrp="1"/>
          </p:cNvSpPr>
          <p:nvPr>
            <p:ph type="dt" idx="10"/>
          </p:nvPr>
        </p:nvSpPr>
        <p:spPr/>
        <p:txBody>
          <a:bodyPr/>
          <a:p>
            <a:r>
              <a:rPr lang="en-HK"/>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1"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2" name="Line 8"/>
          <p:cNvSpPr/>
          <p:nvPr/>
        </p:nvSpPr>
        <p:spPr>
          <a:xfrm>
            <a:off x="761760" y="5790960"/>
            <a:ext cx="7543800" cy="360"/>
          </a:xfrm>
          <a:prstGeom prst="line">
            <a:avLst/>
          </a:prstGeom>
          <a:ln w="38100">
            <a:solidFill>
              <a:srgbClr val="800080"/>
            </a:solidFill>
            <a:round/>
          </a:ln>
        </p:spPr>
        <p:style>
          <a:lnRef idx="0"/>
          <a:fillRef idx="0"/>
          <a:effectRef idx="0"/>
          <a:fontRef idx="minor"/>
        </p:style>
      </p:sp>
      <p:sp>
        <p:nvSpPr>
          <p:cNvPr id="3" name="PlaceHolder 1"/>
          <p:cNvSpPr>
            <a:spLocks noGrp="1"/>
          </p:cNvSpPr>
          <p:nvPr>
            <p:ph type="title"/>
          </p:nvPr>
        </p:nvSpPr>
        <p:spPr>
          <a:xfrm>
            <a:off x="685800" y="228600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4" name="PlaceHolder 2"/>
          <p:cNvSpPr>
            <a:spLocks noGrp="1"/>
          </p:cNvSpPr>
          <p:nvPr>
            <p:ph type="dt" idx="1"/>
          </p:nvPr>
        </p:nvSpPr>
        <p:spPr>
          <a:xfrm>
            <a:off x="685800" y="624852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000000"/>
                </a:solidFill>
                <a:latin typeface="Times New Roman"/>
              </a:defRPr>
            </a:lvl1pPr>
          </a:lstStyle>
          <a:p>
            <a:pPr>
              <a:lnSpc>
                <a:spcPct val="100000"/>
              </a:lnSpc>
              <a:buNone/>
            </a:pPr>
            <a:r>
              <a:rPr b="0" lang="en-US" sz="1400" spc="-1" strike="noStrike">
                <a:solidFill>
                  <a:srgbClr val="000000"/>
                </a:solidFill>
                <a:latin typeface="Times New Roman"/>
              </a:rPr>
              <a:t>&lt;date/time&gt;</a:t>
            </a:r>
            <a:endParaRPr b="0" lang="en-HK" sz="1400" spc="-1" strike="noStrike">
              <a:latin typeface="Times New Roman"/>
            </a:endParaRPr>
          </a:p>
        </p:txBody>
      </p:sp>
      <p:sp>
        <p:nvSpPr>
          <p:cNvPr id="5" name="PlaceHolder 3"/>
          <p:cNvSpPr>
            <a:spLocks noGrp="1"/>
          </p:cNvSpPr>
          <p:nvPr>
            <p:ph type="ftr" idx="2"/>
          </p:nvPr>
        </p:nvSpPr>
        <p:spPr>
          <a:xfrm>
            <a:off x="3124080" y="6248520"/>
            <a:ext cx="289512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000000"/>
                </a:solidFill>
                <a:latin typeface="Times New Roman"/>
              </a:defRPr>
            </a:lvl1pPr>
          </a:lstStyle>
          <a:p>
            <a:pPr algn="ctr">
              <a:lnSpc>
                <a:spcPct val="100000"/>
              </a:lnSpc>
              <a:buNone/>
            </a:pPr>
            <a:r>
              <a:rPr b="0" lang="en-US" sz="1400" spc="-1" strike="noStrike">
                <a:solidFill>
                  <a:srgbClr val="000000"/>
                </a:solidFill>
                <a:latin typeface="Times New Roman"/>
              </a:rPr>
              <a:t>&lt;footer&gt;</a:t>
            </a:r>
            <a:endParaRPr b="0" lang="en-HK" sz="1400" spc="-1" strike="noStrike">
              <a:latin typeface="Times New Roman"/>
            </a:endParaRPr>
          </a:p>
        </p:txBody>
      </p:sp>
      <p:sp>
        <p:nvSpPr>
          <p:cNvPr id="6" name="PlaceHolder 4"/>
          <p:cNvSpPr>
            <a:spLocks noGrp="1"/>
          </p:cNvSpPr>
          <p:nvPr>
            <p:ph type="sldNum" idx="3"/>
          </p:nvPr>
        </p:nvSpPr>
        <p:spPr>
          <a:xfrm>
            <a:off x="6553080" y="624852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000000"/>
                </a:solidFill>
                <a:latin typeface="Times New Roman"/>
              </a:defRPr>
            </a:lvl1pPr>
          </a:lstStyle>
          <a:p>
            <a:pPr algn="r">
              <a:lnSpc>
                <a:spcPct val="100000"/>
              </a:lnSpc>
              <a:buNone/>
            </a:pPr>
            <a:fld id="{043E22F8-4C82-4344-A4FD-F065EE527C59}" type="slidenum">
              <a:rPr b="0" lang="en-US" sz="1400" spc="-1" strike="noStrike">
                <a:solidFill>
                  <a:srgbClr val="000000"/>
                </a:solidFill>
                <a:latin typeface="Times New Roman"/>
              </a:rPr>
              <a:t>&lt;number&gt;</a:t>
            </a:fld>
            <a:endParaRPr b="0" lang="en-HK" sz="1400" spc="-1" strike="noStrike">
              <a:latin typeface="Times New Roman"/>
            </a:endParaRPr>
          </a:p>
        </p:txBody>
      </p:sp>
      <p:sp>
        <p:nvSpPr>
          <p:cNvPr id="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45"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46" name="PlaceHolder 2"/>
          <p:cNvSpPr>
            <a:spLocks noGrp="1"/>
          </p:cNvSpPr>
          <p:nvPr>
            <p:ph type="body"/>
          </p:nvPr>
        </p:nvSpPr>
        <p:spPr>
          <a:xfrm>
            <a:off x="685800" y="1600200"/>
            <a:ext cx="7772040" cy="4495320"/>
          </a:xfrm>
          <a:prstGeom prst="rect">
            <a:avLst/>
          </a:prstGeom>
          <a:noFill/>
          <a:ln w="0">
            <a:noFill/>
          </a:ln>
        </p:spPr>
        <p:txBody>
          <a:bodyPr numCol="1" spcCol="0" anchor="t">
            <a:noAutofit/>
          </a:bodyPr>
          <a:p>
            <a:pPr marL="343080" indent="-343080">
              <a:lnSpc>
                <a:spcPct val="100000"/>
              </a:lnSpc>
              <a:spcBef>
                <a:spcPts val="479"/>
              </a:spcBef>
              <a:buClr>
                <a:srgbClr val="000000"/>
              </a:buClr>
              <a:buFont typeface="Symbol" charset="2"/>
              <a:buChar char=""/>
            </a:pPr>
            <a:r>
              <a:rPr b="0" lang="en-US" sz="2400" spc="-1" strike="noStrike">
                <a:solidFill>
                  <a:srgbClr val="000000"/>
                </a:solidFill>
                <a:latin typeface="Arial"/>
              </a:rPr>
              <a:t>Click to edit Master text styles</a:t>
            </a:r>
            <a:endParaRPr b="0" lang="en-US" sz="2400" spc="-1" strike="noStrike">
              <a:solidFill>
                <a:srgbClr val="000000"/>
              </a:solidFill>
              <a:latin typeface="Arial"/>
            </a:endParaRPr>
          </a:p>
          <a:p>
            <a:pPr lvl="1" marL="743040" indent="-285840">
              <a:lnSpc>
                <a:spcPct val="100000"/>
              </a:lnSpc>
              <a:spcBef>
                <a:spcPts val="479"/>
              </a:spcBef>
              <a:buClr>
                <a:srgbClr val="000000"/>
              </a:buClr>
              <a:buFont typeface="Symbol" charset="2"/>
              <a:buChar char=""/>
            </a:pPr>
            <a:r>
              <a:rPr b="0" lang="en-US" sz="2400" spc="-1" strike="noStrike">
                <a:solidFill>
                  <a:srgbClr val="000000"/>
                </a:solidFill>
                <a:latin typeface="Arial"/>
              </a:rPr>
              <a:t>Second level</a:t>
            </a:r>
            <a:endParaRPr b="0" lang="en-US" sz="2400" spc="-1" strike="noStrike">
              <a:solidFill>
                <a:srgbClr val="000000"/>
              </a:solidFill>
              <a:latin typeface="Arial"/>
            </a:endParaRPr>
          </a:p>
          <a:p>
            <a:pPr lvl="2" marL="1143000" indent="-228600">
              <a:lnSpc>
                <a:spcPct val="100000"/>
              </a:lnSpc>
              <a:spcBef>
                <a:spcPts val="479"/>
              </a:spcBef>
              <a:buClr>
                <a:srgbClr val="000000"/>
              </a:buClr>
              <a:buFont typeface="Symbol" charset="2"/>
              <a:buChar char=""/>
            </a:pPr>
            <a:r>
              <a:rPr b="0" lang="en-US" sz="2400" spc="-1" strike="noStrike">
                <a:solidFill>
                  <a:srgbClr val="000000"/>
                </a:solidFill>
                <a:latin typeface="Arial"/>
              </a:rPr>
              <a:t>Third level</a:t>
            </a:r>
            <a:endParaRPr b="0" lang="en-US" sz="2400" spc="-1" strike="noStrike">
              <a:solidFill>
                <a:srgbClr val="000000"/>
              </a:solidFill>
              <a:latin typeface="Arial"/>
            </a:endParaRPr>
          </a:p>
          <a:p>
            <a:pPr lvl="3" marL="1600200" indent="-228600">
              <a:lnSpc>
                <a:spcPct val="100000"/>
              </a:lnSpc>
              <a:spcBef>
                <a:spcPts val="400"/>
              </a:spcBef>
              <a:buClr>
                <a:srgbClr val="000000"/>
              </a:buClr>
              <a:buFont typeface="Symbol" charset="2"/>
              <a:buChar char=""/>
            </a:pPr>
            <a:r>
              <a:rPr b="0" lang="en-US" sz="2000" spc="-1" strike="noStrike">
                <a:solidFill>
                  <a:srgbClr val="000000"/>
                </a:solidFill>
                <a:latin typeface="Arial"/>
              </a:rPr>
              <a:t>Fourth level</a:t>
            </a:r>
            <a:endParaRPr b="0" lang="en-US" sz="2000" spc="-1" strike="noStrike">
              <a:solidFill>
                <a:srgbClr val="000000"/>
              </a:solidFill>
              <a:latin typeface="Arial"/>
            </a:endParaRPr>
          </a:p>
          <a:p>
            <a:pPr lvl="4" marL="2057400" indent="-228600">
              <a:lnSpc>
                <a:spcPct val="100000"/>
              </a:lnSpc>
              <a:spcBef>
                <a:spcPts val="400"/>
              </a:spcBef>
              <a:buClr>
                <a:srgbClr val="000000"/>
              </a:buClr>
              <a:buFont typeface="StarSymbol"/>
              <a:buChar char="»"/>
            </a:pPr>
            <a:r>
              <a:rPr b="0" lang="en-US" sz="2000" spc="-1" strike="noStrike">
                <a:solidFill>
                  <a:srgbClr val="000000"/>
                </a:solidFill>
                <a:latin typeface="Arial"/>
              </a:rPr>
              <a:t>Fifth level</a:t>
            </a:r>
            <a:endParaRPr b="0" lang="en-US" sz="2000" spc="-1" strike="noStrike">
              <a:solidFill>
                <a:srgbClr val="000000"/>
              </a:solidFill>
              <a:latin typeface="Arial"/>
            </a:endParaRPr>
          </a:p>
        </p:txBody>
      </p:sp>
      <p:sp>
        <p:nvSpPr>
          <p:cNvPr id="47" name="PlaceHolder 3"/>
          <p:cNvSpPr>
            <a:spLocks noGrp="1"/>
          </p:cNvSpPr>
          <p:nvPr>
            <p:ph type="dt" idx="4"/>
          </p:nvPr>
        </p:nvSpPr>
        <p:spPr>
          <a:xfrm>
            <a:off x="685800" y="640080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800080"/>
                </a:solidFill>
                <a:latin typeface="Times New Roman"/>
              </a:defRPr>
            </a:lvl1pPr>
          </a:lstStyle>
          <a:p>
            <a:pPr>
              <a:lnSpc>
                <a:spcPct val="100000"/>
              </a:lnSpc>
              <a:buNone/>
            </a:pPr>
            <a:r>
              <a:rPr b="0" lang="en-US" sz="1400" spc="-1" strike="noStrike">
                <a:solidFill>
                  <a:srgbClr val="800080"/>
                </a:solidFill>
                <a:latin typeface="Times New Roman"/>
              </a:rPr>
              <a:t>&lt;date/time&gt;</a:t>
            </a:r>
            <a:endParaRPr b="0" lang="en-HK" sz="1400" spc="-1" strike="noStrike">
              <a:latin typeface="Times New Roman"/>
            </a:endParaRPr>
          </a:p>
        </p:txBody>
      </p:sp>
      <p:sp>
        <p:nvSpPr>
          <p:cNvPr id="48" name="PlaceHolder 4"/>
          <p:cNvSpPr>
            <a:spLocks noGrp="1"/>
          </p:cNvSpPr>
          <p:nvPr>
            <p:ph type="ftr" idx="5"/>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&lt;footer&gt;</a:t>
            </a:r>
            <a:endParaRPr b="0" lang="en-HK" sz="1400" spc="-1" strike="noStrike">
              <a:latin typeface="Times New Roman"/>
            </a:endParaRPr>
          </a:p>
        </p:txBody>
      </p:sp>
      <p:sp>
        <p:nvSpPr>
          <p:cNvPr id="49" name="PlaceHolder 5"/>
          <p:cNvSpPr>
            <a:spLocks noGrp="1"/>
          </p:cNvSpPr>
          <p:nvPr>
            <p:ph type="sldNum" idx="6"/>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B369E016-875D-49E5-8008-906C0B44CE08}" type="slidenum">
              <a:rPr b="0" lang="en-US" sz="1400" spc="-1" strike="noStrike">
                <a:solidFill>
                  <a:srgbClr val="800080"/>
                </a:solidFill>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87"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88" name="PlaceHolder 2"/>
          <p:cNvSpPr>
            <a:spLocks noGrp="1"/>
          </p:cNvSpPr>
          <p:nvPr>
            <p:ph type="body"/>
          </p:nvPr>
        </p:nvSpPr>
        <p:spPr>
          <a:xfrm>
            <a:off x="685800" y="1600200"/>
            <a:ext cx="7772040" cy="4495320"/>
          </a:xfrm>
          <a:prstGeom prst="rect">
            <a:avLst/>
          </a:prstGeom>
          <a:noFill/>
          <a:ln w="0">
            <a:noFill/>
          </a:ln>
        </p:spPr>
        <p:txBody>
          <a:bodyPr numCol="1" spcCol="0" anchor="t">
            <a:noAutofit/>
          </a:bodyPr>
          <a:p>
            <a:pPr marL="343080" indent="-343080">
              <a:lnSpc>
                <a:spcPct val="100000"/>
              </a:lnSpc>
              <a:spcBef>
                <a:spcPts val="479"/>
              </a:spcBef>
              <a:buClr>
                <a:srgbClr val="000000"/>
              </a:buClr>
              <a:buFont typeface="Symbol" charset="2"/>
              <a:buChar char=""/>
            </a:pPr>
            <a:r>
              <a:rPr b="0" lang="en-US" sz="2400" spc="-1" strike="noStrike">
                <a:solidFill>
                  <a:srgbClr val="000000"/>
                </a:solidFill>
                <a:latin typeface="Arial"/>
              </a:rPr>
              <a:t>Click to edit Master text styles</a:t>
            </a:r>
            <a:endParaRPr b="0" lang="en-US" sz="2400" spc="-1" strike="noStrike">
              <a:solidFill>
                <a:srgbClr val="000000"/>
              </a:solidFill>
              <a:latin typeface="Arial"/>
            </a:endParaRPr>
          </a:p>
          <a:p>
            <a:pPr lvl="1" marL="743040" indent="-285840">
              <a:lnSpc>
                <a:spcPct val="100000"/>
              </a:lnSpc>
              <a:spcBef>
                <a:spcPts val="479"/>
              </a:spcBef>
              <a:buClr>
                <a:srgbClr val="000000"/>
              </a:buClr>
              <a:buFont typeface="Symbol" charset="2"/>
              <a:buChar char=""/>
            </a:pPr>
            <a:r>
              <a:rPr b="0" lang="en-US" sz="2400" spc="-1" strike="noStrike">
                <a:solidFill>
                  <a:srgbClr val="000000"/>
                </a:solidFill>
                <a:latin typeface="Arial"/>
              </a:rPr>
              <a:t>Second level</a:t>
            </a:r>
            <a:endParaRPr b="0" lang="en-US" sz="2400" spc="-1" strike="noStrike">
              <a:solidFill>
                <a:srgbClr val="000000"/>
              </a:solidFill>
              <a:latin typeface="Arial"/>
            </a:endParaRPr>
          </a:p>
          <a:p>
            <a:pPr lvl="2" marL="1143000" indent="-228600">
              <a:lnSpc>
                <a:spcPct val="100000"/>
              </a:lnSpc>
              <a:spcBef>
                <a:spcPts val="479"/>
              </a:spcBef>
              <a:buClr>
                <a:srgbClr val="000000"/>
              </a:buClr>
              <a:buFont typeface="Symbol" charset="2"/>
              <a:buChar char=""/>
            </a:pPr>
            <a:r>
              <a:rPr b="0" lang="en-US" sz="2400" spc="-1" strike="noStrike">
                <a:solidFill>
                  <a:srgbClr val="000000"/>
                </a:solidFill>
                <a:latin typeface="Arial"/>
              </a:rPr>
              <a:t>Third level</a:t>
            </a:r>
            <a:endParaRPr b="0" lang="en-US" sz="2400" spc="-1" strike="noStrike">
              <a:solidFill>
                <a:srgbClr val="000000"/>
              </a:solidFill>
              <a:latin typeface="Arial"/>
            </a:endParaRPr>
          </a:p>
          <a:p>
            <a:pPr lvl="3" marL="1600200" indent="-228600">
              <a:lnSpc>
                <a:spcPct val="100000"/>
              </a:lnSpc>
              <a:spcBef>
                <a:spcPts val="400"/>
              </a:spcBef>
              <a:buClr>
                <a:srgbClr val="000000"/>
              </a:buClr>
              <a:buFont typeface="Symbol" charset="2"/>
              <a:buChar char=""/>
            </a:pPr>
            <a:r>
              <a:rPr b="0" lang="en-US" sz="2000" spc="-1" strike="noStrike">
                <a:solidFill>
                  <a:srgbClr val="000000"/>
                </a:solidFill>
                <a:latin typeface="Arial"/>
              </a:rPr>
              <a:t>Fourth level</a:t>
            </a:r>
            <a:endParaRPr b="0" lang="en-US" sz="2000" spc="-1" strike="noStrike">
              <a:solidFill>
                <a:srgbClr val="000000"/>
              </a:solidFill>
              <a:latin typeface="Arial"/>
            </a:endParaRPr>
          </a:p>
          <a:p>
            <a:pPr lvl="4" marL="2057400" indent="-228600">
              <a:lnSpc>
                <a:spcPct val="100000"/>
              </a:lnSpc>
              <a:spcBef>
                <a:spcPts val="400"/>
              </a:spcBef>
              <a:buClr>
                <a:srgbClr val="000000"/>
              </a:buClr>
              <a:buFont typeface="StarSymbol"/>
              <a:buChar char="»"/>
            </a:pPr>
            <a:r>
              <a:rPr b="0" lang="en-US" sz="2000" spc="-1" strike="noStrike">
                <a:solidFill>
                  <a:srgbClr val="000000"/>
                </a:solidFill>
                <a:latin typeface="Arial"/>
              </a:rPr>
              <a:t>Fifth level</a:t>
            </a:r>
            <a:endParaRPr b="0" lang="en-US" sz="2000" spc="-1" strike="noStrike">
              <a:solidFill>
                <a:srgbClr val="000000"/>
              </a:solidFill>
              <a:latin typeface="Arial"/>
            </a:endParaRPr>
          </a:p>
        </p:txBody>
      </p:sp>
      <p:sp>
        <p:nvSpPr>
          <p:cNvPr id="89" name="PlaceHolder 3"/>
          <p:cNvSpPr>
            <a:spLocks noGrp="1"/>
          </p:cNvSpPr>
          <p:nvPr>
            <p:ph type="dt" idx="7"/>
          </p:nvPr>
        </p:nvSpPr>
        <p:spPr>
          <a:xfrm>
            <a:off x="685800" y="640080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800080"/>
                </a:solidFill>
                <a:latin typeface="Times New Roman"/>
              </a:defRPr>
            </a:lvl1pPr>
          </a:lstStyle>
          <a:p>
            <a:pPr>
              <a:lnSpc>
                <a:spcPct val="100000"/>
              </a:lnSpc>
              <a:buNone/>
            </a:pPr>
            <a:r>
              <a:rPr b="0" lang="en-US" sz="1400" spc="-1" strike="noStrike">
                <a:solidFill>
                  <a:srgbClr val="800080"/>
                </a:solidFill>
                <a:latin typeface="Times New Roman"/>
              </a:rPr>
              <a:t>&lt;date/time&gt;</a:t>
            </a:r>
            <a:endParaRPr b="0" lang="en-HK" sz="1400" spc="-1" strike="noStrike">
              <a:latin typeface="Times New Roman"/>
            </a:endParaRPr>
          </a:p>
        </p:txBody>
      </p:sp>
      <p:sp>
        <p:nvSpPr>
          <p:cNvPr id="90" name="PlaceHolder 4"/>
          <p:cNvSpPr>
            <a:spLocks noGrp="1"/>
          </p:cNvSpPr>
          <p:nvPr>
            <p:ph type="ftr" idx="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&lt;footer&gt;</a:t>
            </a:r>
            <a:endParaRPr b="0" lang="en-HK" sz="1400" spc="-1" strike="noStrike">
              <a:latin typeface="Times New Roman"/>
            </a:endParaRPr>
          </a:p>
        </p:txBody>
      </p:sp>
      <p:sp>
        <p:nvSpPr>
          <p:cNvPr id="91" name="PlaceHolder 5"/>
          <p:cNvSpPr>
            <a:spLocks noGrp="1"/>
          </p:cNvSpPr>
          <p:nvPr>
            <p:ph type="sldNum" idx="9"/>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5DD22407-A90A-467B-B719-1A2ACE559A16}" type="slidenum">
              <a:rPr b="0" lang="en-US" sz="1400" spc="-1" strike="noStrike">
                <a:solidFill>
                  <a:srgbClr val="800080"/>
                </a:solidFill>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129"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130" name="PlaceHolder 2"/>
          <p:cNvSpPr>
            <a:spLocks noGrp="1"/>
          </p:cNvSpPr>
          <p:nvPr>
            <p:ph type="dt" idx="10"/>
          </p:nvPr>
        </p:nvSpPr>
        <p:spPr>
          <a:xfrm>
            <a:off x="685800" y="640080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800080"/>
                </a:solidFill>
                <a:latin typeface="Times New Roman"/>
              </a:defRPr>
            </a:lvl1pPr>
          </a:lstStyle>
          <a:p>
            <a:pPr>
              <a:lnSpc>
                <a:spcPct val="100000"/>
              </a:lnSpc>
              <a:buNone/>
            </a:pPr>
            <a:r>
              <a:rPr b="0" lang="en-US" sz="1400" spc="-1" strike="noStrike">
                <a:solidFill>
                  <a:srgbClr val="800080"/>
                </a:solidFill>
                <a:latin typeface="Times New Roman"/>
              </a:rPr>
              <a:t>&lt;date/time&gt;</a:t>
            </a:r>
            <a:endParaRPr b="0" lang="en-HK" sz="1400" spc="-1" strike="noStrike">
              <a:latin typeface="Times New Roman"/>
            </a:endParaRPr>
          </a:p>
        </p:txBody>
      </p:sp>
      <p:sp>
        <p:nvSpPr>
          <p:cNvPr id="131" name="PlaceHolder 3"/>
          <p:cNvSpPr>
            <a:spLocks noGrp="1"/>
          </p:cNvSpPr>
          <p:nvPr>
            <p:ph type="ftr" idx="11"/>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&lt;footer&gt;</a:t>
            </a:r>
            <a:endParaRPr b="0" lang="en-HK" sz="1400" spc="-1" strike="noStrike">
              <a:latin typeface="Times New Roman"/>
            </a:endParaRPr>
          </a:p>
        </p:txBody>
      </p:sp>
      <p:sp>
        <p:nvSpPr>
          <p:cNvPr id="132" name="PlaceHolder 4"/>
          <p:cNvSpPr>
            <a:spLocks noGrp="1"/>
          </p:cNvSpPr>
          <p:nvPr>
            <p:ph type="sldNum" idx="12"/>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01815FB4-79DA-44D1-AE8C-E8CCF8391F50}" type="slidenum">
              <a:rPr b="0" lang="en-US" sz="1400" spc="-1" strike="noStrike">
                <a:solidFill>
                  <a:srgbClr val="800080"/>
                </a:solidFill>
                <a:latin typeface="Times New Roman"/>
              </a:rPr>
              <a:t>&lt;number&gt;</a:t>
            </a:fld>
            <a:endParaRPr b="0" lang="en-HK" sz="1400" spc="-1" strike="noStrike">
              <a:latin typeface="Times New Roman"/>
            </a:endParaRPr>
          </a:p>
        </p:txBody>
      </p:sp>
      <p:sp>
        <p:nvSpPr>
          <p:cNvPr id="133"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ee7e5"/>
        </a:solidFill>
      </p:bgPr>
    </p:bg>
    <p:spTree>
      <p:nvGrpSpPr>
        <p:cNvPr id="1" name=""/>
        <p:cNvGrpSpPr/>
        <p:nvPr/>
      </p:nvGrpSpPr>
      <p:grpSpPr>
        <a:xfrm>
          <a:off x="0" y="0"/>
          <a:ext cx="0" cy="0"/>
          <a:chOff x="0" y="0"/>
          <a:chExt cx="0" cy="0"/>
        </a:xfrm>
      </p:grpSpPr>
      <p:sp>
        <p:nvSpPr>
          <p:cNvPr id="170" name="PlaceHolder 1"/>
          <p:cNvSpPr>
            <a:spLocks noGrp="1"/>
          </p:cNvSpPr>
          <p:nvPr>
            <p:ph type="title"/>
          </p:nvPr>
        </p:nvSpPr>
        <p:spPr>
          <a:xfrm>
            <a:off x="685800" y="228600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CSE 331</a:t>
            </a:r>
            <a:br>
              <a:rPr sz="3600"/>
            </a:br>
            <a:r>
              <a:rPr b="0" lang="en-US" sz="3600" spc="-1" strike="noStrike">
                <a:solidFill>
                  <a:srgbClr val="800080"/>
                </a:solidFill>
                <a:latin typeface="Arial"/>
              </a:rPr>
              <a:t>Software Design &amp; Implementation</a:t>
            </a:r>
            <a:endParaRPr b="0" lang="en-US" sz="3600" spc="-1" strike="noStrike">
              <a:solidFill>
                <a:srgbClr val="000000"/>
              </a:solidFill>
              <a:latin typeface="Times New Roman"/>
            </a:endParaRPr>
          </a:p>
        </p:txBody>
      </p:sp>
      <p:sp>
        <p:nvSpPr>
          <p:cNvPr id="171" name="PlaceHolder 2"/>
          <p:cNvSpPr>
            <a:spLocks noGrp="1"/>
          </p:cNvSpPr>
          <p:nvPr>
            <p:ph type="subTitle"/>
          </p:nvPr>
        </p:nvSpPr>
        <p:spPr>
          <a:xfrm>
            <a:off x="647640" y="3886200"/>
            <a:ext cx="7848360" cy="1752120"/>
          </a:xfrm>
          <a:prstGeom prst="rect">
            <a:avLst/>
          </a:prstGeom>
          <a:noFill/>
          <a:ln w="0">
            <a:noFill/>
          </a:ln>
        </p:spPr>
        <p:txBody>
          <a:bodyPr numCol="1" spcCol="0" anchor="t">
            <a:noAutofit/>
          </a:bodyPr>
          <a:p>
            <a:pPr algn="ctr">
              <a:lnSpc>
                <a:spcPct val="100000"/>
              </a:lnSpc>
              <a:spcBef>
                <a:spcPts val="479"/>
              </a:spcBef>
              <a:buNone/>
              <a:tabLst>
                <a:tab algn="l" pos="0"/>
              </a:tabLst>
            </a:pPr>
            <a:r>
              <a:rPr b="0" lang="en-US" sz="2400" spc="-1" strike="noStrike">
                <a:solidFill>
                  <a:srgbClr val="800080"/>
                </a:solidFill>
                <a:latin typeface="Arial"/>
              </a:rPr>
              <a:t>Hal Perkins</a:t>
            </a:r>
            <a:endParaRPr b="0" lang="en-HK" sz="2400" spc="-1" strike="noStrike">
              <a:latin typeface="Arial"/>
            </a:endParaRPr>
          </a:p>
          <a:p>
            <a:pPr algn="ctr">
              <a:lnSpc>
                <a:spcPct val="100000"/>
              </a:lnSpc>
              <a:spcBef>
                <a:spcPts val="479"/>
              </a:spcBef>
              <a:buNone/>
              <a:tabLst>
                <a:tab algn="l" pos="0"/>
              </a:tabLst>
            </a:pPr>
            <a:r>
              <a:rPr b="0" lang="en-US" sz="2400" spc="-1" strike="noStrike">
                <a:solidFill>
                  <a:srgbClr val="800080"/>
                </a:solidFill>
                <a:latin typeface="Arial"/>
              </a:rPr>
              <a:t>Winter 2018</a:t>
            </a:r>
            <a:endParaRPr b="0" lang="en-HK" sz="2400" spc="-1" strike="noStrike">
              <a:latin typeface="Arial"/>
            </a:endParaRPr>
          </a:p>
          <a:p>
            <a:pPr algn="ctr">
              <a:lnSpc>
                <a:spcPct val="100000"/>
              </a:lnSpc>
              <a:spcBef>
                <a:spcPts val="479"/>
              </a:spcBef>
              <a:buNone/>
              <a:tabLst>
                <a:tab algn="l" pos="0"/>
              </a:tabLst>
            </a:pPr>
            <a:r>
              <a:rPr b="0" lang="en-US" sz="2400" spc="-1" strike="noStrike">
                <a:solidFill>
                  <a:srgbClr val="800080"/>
                </a:solidFill>
                <a:latin typeface="Arial"/>
              </a:rPr>
              <a:t>GUI Event-Driven Programming</a:t>
            </a:r>
            <a:endParaRPr b="0" lang="en-HK" sz="2400" spc="-1" strike="noStrike">
              <a:latin typeface="Arial"/>
            </a:endParaRPr>
          </a:p>
        </p:txBody>
      </p:sp>
      <p:sp>
        <p:nvSpPr>
          <p:cNvPr id="172" name="PlaceHolder 3"/>
          <p:cNvSpPr>
            <a:spLocks noGrp="1"/>
          </p:cNvSpPr>
          <p:nvPr>
            <p:ph type="ftr" idx="13"/>
          </p:nvPr>
        </p:nvSpPr>
        <p:spPr>
          <a:xfrm>
            <a:off x="3124080" y="6248520"/>
            <a:ext cx="289512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
        <p:nvSpPr>
          <p:cNvPr id="173" name="PlaceHolder 4"/>
          <p:cNvSpPr>
            <a:spLocks noGrp="1"/>
          </p:cNvSpPr>
          <p:nvPr>
            <p:ph type="sldNum" idx="14"/>
          </p:nvPr>
        </p:nvSpPr>
        <p:spPr>
          <a:xfrm>
            <a:off x="6553080" y="624852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2D4EE4BC-9276-46DA-A69A-5391B60F6080}" type="slidenum">
              <a:rPr b="0" lang="en-US" sz="1400" spc="-1" strike="noStrike">
                <a:solidFill>
                  <a:srgbClr val="800080"/>
                </a:solidFill>
                <a:latin typeface="Times New Roman"/>
              </a:rPr>
              <a:t>&lt;number&gt;</a:t>
            </a:fld>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The plan</a:t>
            </a:r>
            <a:endParaRPr b="0" lang="en-US" sz="3600" spc="-1" strike="noStrike">
              <a:solidFill>
                <a:srgbClr val="000000"/>
              </a:solidFill>
              <a:latin typeface="Times New Roman"/>
            </a:endParaRPr>
          </a:p>
        </p:txBody>
      </p:sp>
      <p:sp>
        <p:nvSpPr>
          <p:cNvPr id="175" name="PlaceHolder 2"/>
          <p:cNvSpPr>
            <a:spLocks noGrp="1"/>
          </p:cNvSpPr>
          <p:nvPr>
            <p:ph/>
          </p:nvPr>
        </p:nvSpPr>
        <p:spPr>
          <a:xfrm>
            <a:off x="685800" y="1600200"/>
            <a:ext cx="7772040" cy="4495320"/>
          </a:xfrm>
          <a:prstGeom prst="rect">
            <a:avLst/>
          </a:prstGeom>
          <a:noFill/>
          <a:ln w="0">
            <a:noFill/>
          </a:ln>
        </p:spPr>
        <p:txBody>
          <a:bodyPr numCol="1" spcCol="0" anchor="t">
            <a:noAutofit/>
          </a:bodyPr>
          <a:p>
            <a:pPr marL="343080" indent="-343080">
              <a:lnSpc>
                <a:spcPct val="100000"/>
              </a:lnSpc>
              <a:spcBef>
                <a:spcPts val="400"/>
              </a:spcBef>
              <a:buClr>
                <a:srgbClr val="000000"/>
              </a:buClr>
              <a:buFont typeface="Symbol" charset="2"/>
              <a:buChar char=""/>
            </a:pPr>
            <a:r>
              <a:rPr b="0" lang="en-US" sz="2000" spc="-1" strike="noStrike">
                <a:solidFill>
                  <a:srgbClr val="000000"/>
                </a:solidFill>
                <a:latin typeface="Arial"/>
              </a:rPr>
              <a:t>User events and callbacks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Event objects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Event listeners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Registering listeners to handle events</a:t>
            </a:r>
            <a:endParaRPr b="0" lang="en-US" sz="2000" spc="-1" strike="noStrike">
              <a:solidFill>
                <a:srgbClr val="000000"/>
              </a:solidFill>
              <a:latin typeface="Arial"/>
            </a:endParaRPr>
          </a:p>
          <a:p>
            <a:endParaRPr b="0" lang="en-US" sz="2000" spc="-1" strike="noStrike">
              <a:solidFill>
                <a:srgbClr val="000000"/>
              </a:solidFill>
              <a:latin typeface="Arial"/>
            </a:endParaRPr>
          </a:p>
          <a:p>
            <a:pPr marL="343080" indent="-343080">
              <a:lnSpc>
                <a:spcPct val="100000"/>
              </a:lnSpc>
              <a:spcBef>
                <a:spcPts val="400"/>
              </a:spcBef>
              <a:buClr>
                <a:srgbClr val="000000"/>
              </a:buClr>
              <a:buFont typeface="Symbol" charset="2"/>
              <a:buChar char=""/>
            </a:pPr>
            <a:r>
              <a:rPr b="0" lang="en-US" sz="2000" spc="-1" strike="noStrike">
                <a:solidFill>
                  <a:srgbClr val="000000"/>
                </a:solidFill>
                <a:latin typeface="Arial"/>
              </a:rPr>
              <a:t>Anonymous inner classes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(and a quick look at Java 8 lambdas)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marL="34308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Proper interaction between UI and program threads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p:txBody>
      </p:sp>
      <p:sp>
        <p:nvSpPr>
          <p:cNvPr id="176" name="PlaceHolder 3"/>
          <p:cNvSpPr>
            <a:spLocks noGrp="1"/>
          </p:cNvSpPr>
          <p:nvPr>
            <p:ph type="sldNum" idx="15"/>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CA3409F0-0170-4594-90AB-2E0374797A02}" type="slidenum">
              <a:rPr b="0" lang="en-US" sz="1400" spc="-1" strike="noStrike">
                <a:solidFill>
                  <a:srgbClr val="800080"/>
                </a:solidFill>
                <a:latin typeface="Times New Roman"/>
              </a:rPr>
              <a:t>&lt;number&gt;</a:t>
            </a:fld>
            <a:endParaRPr b="0" lang="en-HK" sz="1400" spc="-1" strike="noStrike">
              <a:latin typeface="Times New Roman"/>
            </a:endParaRPr>
          </a:p>
        </p:txBody>
      </p:sp>
      <p:sp>
        <p:nvSpPr>
          <p:cNvPr id="177" name="PlaceHolder 4"/>
          <p:cNvSpPr>
            <a:spLocks noGrp="1"/>
          </p:cNvSpPr>
          <p:nvPr>
            <p:ph type="ftr" idx="1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Event-driven programming</a:t>
            </a:r>
            <a:endParaRPr b="0" lang="en-US" sz="3600" spc="-1" strike="noStrike">
              <a:solidFill>
                <a:srgbClr val="000000"/>
              </a:solidFill>
              <a:latin typeface="Times New Roman"/>
            </a:endParaRPr>
          </a:p>
        </p:txBody>
      </p:sp>
      <p:sp>
        <p:nvSpPr>
          <p:cNvPr id="179" name="PlaceHolder 2"/>
          <p:cNvSpPr>
            <a:spLocks noGrp="1"/>
          </p:cNvSpPr>
          <p:nvPr>
            <p:ph/>
          </p:nvPr>
        </p:nvSpPr>
        <p:spPr>
          <a:xfrm>
            <a:off x="685800" y="1600200"/>
            <a:ext cx="7772040" cy="4800240"/>
          </a:xfrm>
          <a:prstGeom prst="rect">
            <a:avLst/>
          </a:prstGeom>
          <a:noFill/>
          <a:ln w="0">
            <a:noFill/>
          </a:ln>
        </p:spPr>
        <p:txBody>
          <a:bodyPr numCol="1" spcCol="0" anchor="t">
            <a:normAutofit/>
          </a:bodyPr>
          <a:p>
            <a:pPr>
              <a:lnSpc>
                <a:spcPct val="100000"/>
              </a:lnSpc>
              <a:spcBef>
                <a:spcPts val="400"/>
              </a:spcBef>
              <a:buNone/>
              <a:tabLst>
                <a:tab algn="l" pos="0"/>
              </a:tabLst>
            </a:pPr>
            <a:r>
              <a:rPr b="0" lang="en-US" sz="2000" spc="-1" strike="noStrike">
                <a:solidFill>
                  <a:srgbClr val="000000"/>
                </a:solidFill>
                <a:latin typeface="Arial"/>
              </a:rPr>
              <a:t>Many applications are </a:t>
            </a:r>
            <a:r>
              <a:rPr b="0" i="1" lang="en-US" sz="2000" spc="-1" strike="noStrike">
                <a:solidFill>
                  <a:srgbClr val="0000ff"/>
                </a:solidFill>
                <a:latin typeface="Arial"/>
              </a:rPr>
              <a:t>event-driven</a:t>
            </a:r>
            <a:r>
              <a:rPr b="0" lang="en-US" sz="2000" spc="-1" strike="noStrike">
                <a:solidFill>
                  <a:srgbClr val="0000ff"/>
                </a:solidFill>
                <a:latin typeface="Arial"/>
              </a:rPr>
              <a:t> </a:t>
            </a:r>
            <a:r>
              <a:rPr b="0" lang="en-US" sz="2000" spc="-1" strike="noStrike">
                <a:solidFill>
                  <a:srgbClr val="000000"/>
                </a:solidFill>
                <a:latin typeface="Arial"/>
              </a:rPr>
              <a:t>GUI programs:</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Program initializes itself on startup then enters an         </a:t>
            </a:r>
            <a:r>
              <a:rPr b="0" i="1" lang="en-US" sz="2000" spc="-1" strike="noStrike">
                <a:solidFill>
                  <a:srgbClr val="3333cc"/>
                </a:solidFill>
                <a:latin typeface="Arial"/>
              </a:rPr>
              <a:t>event loop</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Abstractly:</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do {</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e = getNextEvent();</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process event e;</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 while (e != quit);</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Contrast with application- or algorithm-driven control where program expects input data in a particular order</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Typical of large non-GUI applications like web crawling, payroll, simulation, optimization, …</a:t>
            </a:r>
            <a:endParaRPr b="0" lang="en-US" sz="2000" spc="-1" strike="noStrike">
              <a:solidFill>
                <a:srgbClr val="000000"/>
              </a:solidFill>
              <a:latin typeface="Arial"/>
            </a:endParaRPr>
          </a:p>
        </p:txBody>
      </p:sp>
      <p:sp>
        <p:nvSpPr>
          <p:cNvPr id="180" name="PlaceHolder 3"/>
          <p:cNvSpPr>
            <a:spLocks noGrp="1"/>
          </p:cNvSpPr>
          <p:nvPr>
            <p:ph type="sldNum" idx="1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55940824-8D0B-4B4D-B7DA-C00F24492C21}" type="slidenum">
              <a:rPr b="0" lang="en-US" sz="1400" spc="-1" strike="noStrike">
                <a:solidFill>
                  <a:srgbClr val="800080"/>
                </a:solidFill>
                <a:latin typeface="Times New Roman"/>
              </a:rPr>
              <a:t>3</a:t>
            </a:fld>
            <a:endParaRPr b="0" lang="en-HK" sz="1400" spc="-1" strike="noStrike">
              <a:latin typeface="Times New Roman"/>
            </a:endParaRPr>
          </a:p>
        </p:txBody>
      </p:sp>
      <p:sp>
        <p:nvSpPr>
          <p:cNvPr id="181" name="PlaceHolder 4"/>
          <p:cNvSpPr>
            <a:spLocks noGrp="1"/>
          </p:cNvSpPr>
          <p:nvPr>
            <p:ph type="ftr" idx="1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Kinds of GUI events</a:t>
            </a:r>
            <a:endParaRPr b="0" lang="en-US" sz="3600" spc="-1" strike="noStrike">
              <a:solidFill>
                <a:srgbClr val="000000"/>
              </a:solidFill>
              <a:latin typeface="Times New Roman"/>
            </a:endParaRPr>
          </a:p>
        </p:txBody>
      </p:sp>
      <p:sp>
        <p:nvSpPr>
          <p:cNvPr id="183"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Typical </a:t>
            </a:r>
            <a:r>
              <a:rPr b="0" i="1" lang="en-US" sz="2000" spc="-1" strike="noStrike">
                <a:solidFill>
                  <a:srgbClr val="000000"/>
                </a:solidFill>
                <a:latin typeface="Arial"/>
              </a:rPr>
              <a:t>events</a:t>
            </a:r>
            <a:r>
              <a:rPr b="0" lang="en-US" sz="2000" spc="-1" strike="noStrike">
                <a:solidFill>
                  <a:srgbClr val="000000"/>
                </a:solidFill>
                <a:latin typeface="Arial"/>
              </a:rPr>
              <a:t> handled by a GUI program:</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Keyboard: key press or release, sometimes with modifiers like shift/control/alt/etc.</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Mouse move/drag/click, button press, button release – also can have modifiers like shift/control/alt/etc.</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Finger tap or drag on a touchscreen</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Joystick, drawing tablet, other device inputs</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Window resize/minimize/restore/close</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Network activity or file I/O (start, done, error)</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Timer interrupt (including animations)</a:t>
            </a:r>
            <a:endParaRPr b="0" lang="en-US" sz="2000" spc="-1" strike="noStrike">
              <a:solidFill>
                <a:srgbClr val="000000"/>
              </a:solidFill>
              <a:latin typeface="Arial"/>
            </a:endParaRPr>
          </a:p>
        </p:txBody>
      </p:sp>
      <p:sp>
        <p:nvSpPr>
          <p:cNvPr id="184" name="PlaceHolder 3"/>
          <p:cNvSpPr>
            <a:spLocks noGrp="1"/>
          </p:cNvSpPr>
          <p:nvPr>
            <p:ph type="sldNum" idx="19"/>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C21C21B9-50A9-4C35-AD5C-7CAA8E9E07EE}" type="slidenum">
              <a:rPr b="0" lang="en-US" sz="1400" spc="-1" strike="noStrike">
                <a:solidFill>
                  <a:srgbClr val="800080"/>
                </a:solidFill>
                <a:latin typeface="Times New Roman"/>
              </a:rPr>
              <a:t>3</a:t>
            </a:fld>
            <a:endParaRPr b="0" lang="en-HK" sz="1400" spc="-1" strike="noStrike">
              <a:latin typeface="Times New Roman"/>
            </a:endParaRPr>
          </a:p>
        </p:txBody>
      </p:sp>
      <p:sp>
        <p:nvSpPr>
          <p:cNvPr id="185" name="PlaceHolder 4"/>
          <p:cNvSpPr>
            <a:spLocks noGrp="1"/>
          </p:cNvSpPr>
          <p:nvPr>
            <p:ph type="ftr" idx="20"/>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Events in Java AWT/Swing</a:t>
            </a:r>
            <a:endParaRPr b="0" lang="en-US" sz="3600" spc="-1" strike="noStrike">
              <a:solidFill>
                <a:srgbClr val="000000"/>
              </a:solidFill>
              <a:latin typeface="Times New Roman"/>
            </a:endParaRPr>
          </a:p>
        </p:txBody>
      </p:sp>
      <p:sp>
        <p:nvSpPr>
          <p:cNvPr id="187"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Many (most?) of the GUI widgets can generate events (button clicks, menu picks, key press, etc.)</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Handled using the Observer Pattern:</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Objects wishing to handle events register as observers with the objects that generate them</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When an event happens, appropriate method in each observer is called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As expected, multiple observers can watch for and be notified of an event generated by an object</a:t>
            </a:r>
            <a:endParaRPr b="0" lang="en-US" sz="2000" spc="-1" strike="noStrike">
              <a:solidFill>
                <a:srgbClr val="000000"/>
              </a:solidFill>
              <a:latin typeface="Arial"/>
            </a:endParaRPr>
          </a:p>
        </p:txBody>
      </p:sp>
      <p:sp>
        <p:nvSpPr>
          <p:cNvPr id="188" name="PlaceHolder 3"/>
          <p:cNvSpPr>
            <a:spLocks noGrp="1"/>
          </p:cNvSpPr>
          <p:nvPr>
            <p:ph type="sldNum" idx="21"/>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BEFE25CB-260B-4983-B264-58324DC4517B}" type="slidenum">
              <a:rPr b="0" lang="en-US" sz="1400" spc="-1" strike="noStrike">
                <a:solidFill>
                  <a:srgbClr val="800080"/>
                </a:solidFill>
                <a:latin typeface="Times New Roman"/>
              </a:rPr>
              <a:t>3</a:t>
            </a:fld>
            <a:endParaRPr b="0" lang="en-HK" sz="1400" spc="-1" strike="noStrike">
              <a:latin typeface="Times New Roman"/>
            </a:endParaRPr>
          </a:p>
        </p:txBody>
      </p:sp>
      <p:sp>
        <p:nvSpPr>
          <p:cNvPr id="189" name="PlaceHolder 4"/>
          <p:cNvSpPr>
            <a:spLocks noGrp="1"/>
          </p:cNvSpPr>
          <p:nvPr>
            <p:ph type="ftr" idx="22"/>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 objects</a:t>
            </a:r>
            <a:endParaRPr b="0" lang="en-US" sz="3600" spc="-1" strike="noStrike">
              <a:solidFill>
                <a:srgbClr val="000000"/>
              </a:solidFill>
              <a:latin typeface="Times New Roman"/>
            </a:endParaRPr>
          </a:p>
        </p:txBody>
      </p:sp>
      <p:sp>
        <p:nvSpPr>
          <p:cNvPr id="191"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A Java GUI event is represented by an </a:t>
            </a:r>
            <a:r>
              <a:rPr b="0" i="1" lang="en-US" sz="2000" spc="-1" strike="noStrike">
                <a:solidFill>
                  <a:srgbClr val="0000ff"/>
                </a:solidFill>
                <a:latin typeface="Arial"/>
              </a:rPr>
              <a:t>event object</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Superclass is </a:t>
            </a:r>
            <a:r>
              <a:rPr b="1" lang="en-US" sz="2000" spc="-1" strike="noStrike">
                <a:solidFill>
                  <a:srgbClr val="000000"/>
                </a:solidFill>
                <a:latin typeface="Courier New"/>
              </a:rPr>
              <a:t>AWTEvent</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Some subclasses:</a:t>
            </a:r>
            <a:endParaRPr b="0" lang="en-US" sz="2000" spc="-1" strike="noStrike">
              <a:solidFill>
                <a:srgbClr val="000000"/>
              </a:solidFill>
              <a:latin typeface="Arial"/>
            </a:endParaRPr>
          </a:p>
          <a:p>
            <a:pPr marL="51444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ActionEvent</a:t>
            </a:r>
            <a:r>
              <a:rPr b="0" lang="en-US" sz="2000" spc="-1" strike="noStrike">
                <a:solidFill>
                  <a:srgbClr val="000000"/>
                </a:solidFill>
                <a:latin typeface="Arial"/>
              </a:rPr>
              <a:t> – GUI-button press</a:t>
            </a:r>
            <a:endParaRPr b="0" lang="en-US" sz="2000" spc="-1" strike="noStrike">
              <a:solidFill>
                <a:srgbClr val="000000"/>
              </a:solidFill>
              <a:latin typeface="Arial"/>
            </a:endParaRPr>
          </a:p>
          <a:p>
            <a:pPr marL="51444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KeyEvent</a:t>
            </a:r>
            <a:r>
              <a:rPr b="0" lang="en-US" sz="2000" spc="-1" strike="noStrike">
                <a:solidFill>
                  <a:srgbClr val="000000"/>
                </a:solidFill>
                <a:latin typeface="Arial"/>
              </a:rPr>
              <a:t> – keyboard</a:t>
            </a:r>
            <a:endParaRPr b="0" lang="en-US" sz="2000" spc="-1" strike="noStrike">
              <a:solidFill>
                <a:srgbClr val="000000"/>
              </a:solidFill>
              <a:latin typeface="Arial"/>
            </a:endParaRPr>
          </a:p>
          <a:p>
            <a:pPr marL="51444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MouseEvent</a:t>
            </a:r>
            <a:r>
              <a:rPr b="0" lang="en-US" sz="2000" spc="-1" strike="noStrike">
                <a:solidFill>
                  <a:srgbClr val="000000"/>
                </a:solidFill>
                <a:latin typeface="Arial"/>
              </a:rPr>
              <a:t> – mouse move/drag/click/button</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Event objects contain information about the event</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UI object that triggered the event</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Other information depending on event.  Examples:</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ActionEvent</a:t>
            </a:r>
            <a:r>
              <a:rPr b="0" lang="en-US" sz="2000" spc="-1" strike="noStrike">
                <a:solidFill>
                  <a:srgbClr val="000000"/>
                </a:solidFill>
                <a:latin typeface="Arial"/>
              </a:rPr>
              <a:t> – text string from a button</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MouseEvent</a:t>
            </a:r>
            <a:r>
              <a:rPr b="0" lang="en-US" sz="2000" spc="-1" strike="noStrike">
                <a:solidFill>
                  <a:srgbClr val="000000"/>
                </a:solidFill>
                <a:latin typeface="Arial"/>
              </a:rPr>
              <a:t> – mouse coordinates</a:t>
            </a:r>
            <a:endParaRPr b="0" lang="en-US" sz="2000" spc="-1" strike="noStrike">
              <a:solidFill>
                <a:srgbClr val="000000"/>
              </a:solidFill>
              <a:latin typeface="Arial"/>
            </a:endParaRPr>
          </a:p>
        </p:txBody>
      </p:sp>
      <p:sp>
        <p:nvSpPr>
          <p:cNvPr id="192" name="PlaceHolder 3"/>
          <p:cNvSpPr>
            <a:spLocks noGrp="1"/>
          </p:cNvSpPr>
          <p:nvPr>
            <p:ph type="sldNum" idx="23"/>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754E80F3-2018-4370-B58A-AD44228E65E1}" type="slidenum">
              <a:rPr b="0" lang="en-US" sz="1400" spc="-1" strike="noStrike">
                <a:solidFill>
                  <a:srgbClr val="800080"/>
                </a:solidFill>
                <a:latin typeface="Times New Roman"/>
              </a:rPr>
              <a:t>3</a:t>
            </a:fld>
            <a:endParaRPr b="0" lang="en-HK" sz="1400" spc="-1" strike="noStrike">
              <a:latin typeface="Times New Roman"/>
            </a:endParaRPr>
          </a:p>
        </p:txBody>
      </p:sp>
      <p:sp>
        <p:nvSpPr>
          <p:cNvPr id="193" name="PlaceHolder 4"/>
          <p:cNvSpPr>
            <a:spLocks noGrp="1"/>
          </p:cNvSpPr>
          <p:nvPr>
            <p:ph type="ftr" idx="24"/>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 listeners</a:t>
            </a:r>
            <a:endParaRPr b="0" lang="en-US" sz="3600" spc="-1" strike="noStrike">
              <a:solidFill>
                <a:srgbClr val="000000"/>
              </a:solidFill>
              <a:latin typeface="Times New Roman"/>
            </a:endParaRPr>
          </a:p>
        </p:txBody>
      </p:sp>
      <p:sp>
        <p:nvSpPr>
          <p:cNvPr id="195" name="PlaceHolder 2"/>
          <p:cNvSpPr>
            <a:spLocks noGrp="1"/>
          </p:cNvSpPr>
          <p:nvPr>
            <p:ph/>
          </p:nvPr>
        </p:nvSpPr>
        <p:spPr>
          <a:xfrm>
            <a:off x="685800" y="1600200"/>
            <a:ext cx="7772040" cy="4495320"/>
          </a:xfrm>
          <a:prstGeom prst="rect">
            <a:avLst/>
          </a:prstGeom>
          <a:noFill/>
          <a:ln w="0">
            <a:noFill/>
          </a:ln>
        </p:spPr>
        <p:txBody>
          <a:bodyPr numCol="1" spcCol="0" anchor="t">
            <a:normAutofit/>
          </a:bodyPr>
          <a:p>
            <a:pPr>
              <a:lnSpc>
                <a:spcPct val="100000"/>
              </a:lnSpc>
              <a:spcBef>
                <a:spcPts val="400"/>
              </a:spcBef>
              <a:buNone/>
              <a:tabLst>
                <a:tab algn="l" pos="0"/>
              </a:tabLst>
            </a:pPr>
            <a:r>
              <a:rPr b="0" i="1" lang="en-US" sz="2000" spc="-1" strike="noStrike">
                <a:solidFill>
                  <a:srgbClr val="3333cc"/>
                </a:solidFill>
                <a:latin typeface="Arial"/>
              </a:rPr>
              <a:t>Event listeners</a:t>
            </a:r>
            <a:r>
              <a:rPr b="0" lang="en-US" sz="2000" spc="-1" strike="noStrike">
                <a:solidFill>
                  <a:srgbClr val="000000"/>
                </a:solidFill>
                <a:latin typeface="Arial"/>
              </a:rPr>
              <a:t> must implement the proper interface: </a:t>
            </a:r>
            <a:r>
              <a:rPr b="1" lang="en-US" sz="2000" spc="-1" strike="noStrike">
                <a:solidFill>
                  <a:srgbClr val="000000"/>
                </a:solidFill>
                <a:latin typeface="Courier New"/>
              </a:rPr>
              <a:t>KeyListener</a:t>
            </a:r>
            <a:r>
              <a:rPr b="0" lang="en-US" sz="2000" spc="-1" strike="noStrike">
                <a:solidFill>
                  <a:srgbClr val="000000"/>
                </a:solidFill>
                <a:latin typeface="Arial"/>
              </a:rPr>
              <a:t>, </a:t>
            </a:r>
            <a:r>
              <a:rPr b="1" lang="en-US" sz="2000" spc="-1" strike="noStrike">
                <a:solidFill>
                  <a:srgbClr val="000000"/>
                </a:solidFill>
                <a:latin typeface="Courier New"/>
              </a:rPr>
              <a:t>ActionListener</a:t>
            </a:r>
            <a:r>
              <a:rPr b="0" lang="en-US" sz="2000" spc="-1" strike="noStrike">
                <a:solidFill>
                  <a:srgbClr val="000000"/>
                </a:solidFill>
                <a:latin typeface="Arial"/>
              </a:rPr>
              <a:t>, </a:t>
            </a:r>
            <a:r>
              <a:rPr b="1" lang="en-US" sz="2000" spc="-1" strike="noStrike">
                <a:solidFill>
                  <a:srgbClr val="000000"/>
                </a:solidFill>
                <a:latin typeface="Courier New"/>
              </a:rPr>
              <a:t>MouseListener</a:t>
            </a:r>
            <a:r>
              <a:rPr b="0" lang="en-US" sz="2000" spc="-1" strike="noStrike">
                <a:solidFill>
                  <a:srgbClr val="000000"/>
                </a:solidFill>
                <a:latin typeface="Arial"/>
              </a:rPr>
              <a:t> (buttons), </a:t>
            </a:r>
            <a:r>
              <a:rPr b="1" lang="en-US" sz="2000" spc="-1" strike="noStrike">
                <a:solidFill>
                  <a:srgbClr val="000000"/>
                </a:solidFill>
                <a:latin typeface="Courier New"/>
              </a:rPr>
              <a:t>MouseMotionListener</a:t>
            </a:r>
            <a:r>
              <a:rPr b="0" lang="en-US" sz="2000" spc="-1" strike="noStrike">
                <a:solidFill>
                  <a:srgbClr val="000000"/>
                </a:solidFill>
                <a:latin typeface="Arial"/>
              </a:rPr>
              <a:t> (move/drag), …</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Or extend the appropriate library </a:t>
            </a:r>
            <a:r>
              <a:rPr b="0" i="1" lang="en-US" sz="2000" spc="-1" strike="noStrike">
                <a:solidFill>
                  <a:srgbClr val="000000"/>
                </a:solidFill>
                <a:latin typeface="Arial"/>
              </a:rPr>
              <a:t>abstract class</a:t>
            </a:r>
            <a:r>
              <a:rPr b="0" lang="en-US" sz="2000" spc="-1" strike="noStrike">
                <a:solidFill>
                  <a:srgbClr val="000000"/>
                </a:solidFill>
                <a:latin typeface="Arial"/>
              </a:rPr>
              <a:t> that provides empty implementations of the </a:t>
            </a:r>
            <a:r>
              <a:rPr b="0" i="1" lang="en-US" sz="2000" spc="-1" strike="noStrike">
                <a:solidFill>
                  <a:srgbClr val="000000"/>
                </a:solidFill>
                <a:latin typeface="Arial"/>
              </a:rPr>
              <a:t>interface</a:t>
            </a:r>
            <a:r>
              <a:rPr b="0" lang="en-US" sz="2000" spc="-1" strike="noStrike">
                <a:solidFill>
                  <a:srgbClr val="000000"/>
                </a:solidFill>
                <a:latin typeface="Arial"/>
              </a:rPr>
              <a:t> methods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When an event occurs, the appropriate method specified in the interface is called: </a:t>
            </a:r>
            <a:r>
              <a:rPr b="1" lang="en-US" sz="2000" spc="-1" strike="noStrike">
                <a:solidFill>
                  <a:srgbClr val="000000"/>
                </a:solidFill>
                <a:latin typeface="Courier New"/>
              </a:rPr>
              <a:t>actionPerformed</a:t>
            </a:r>
            <a:r>
              <a:rPr b="0" lang="en-US" sz="2000" spc="-1" strike="noStrike">
                <a:solidFill>
                  <a:srgbClr val="000000"/>
                </a:solidFill>
                <a:latin typeface="Arial"/>
              </a:rPr>
              <a:t>, </a:t>
            </a:r>
            <a:r>
              <a:rPr b="1" lang="en-US" sz="2000" spc="-1" strike="noStrike">
                <a:solidFill>
                  <a:srgbClr val="000000"/>
                </a:solidFill>
                <a:latin typeface="Courier New"/>
              </a:rPr>
              <a:t>keyPressed</a:t>
            </a:r>
            <a:r>
              <a:rPr b="0" lang="en-US" sz="2000" spc="-1" strike="noStrike">
                <a:solidFill>
                  <a:srgbClr val="000000"/>
                </a:solidFill>
                <a:latin typeface="Arial"/>
              </a:rPr>
              <a:t>, </a:t>
            </a:r>
            <a:r>
              <a:rPr b="1" lang="en-US" sz="2000" spc="-1" strike="noStrike">
                <a:solidFill>
                  <a:srgbClr val="000000"/>
                </a:solidFill>
                <a:latin typeface="Courier New"/>
              </a:rPr>
              <a:t>mouseClicked</a:t>
            </a:r>
            <a:r>
              <a:rPr b="0" lang="en-US" sz="2000" spc="-1" strike="noStrike">
                <a:solidFill>
                  <a:srgbClr val="000000"/>
                </a:solidFill>
                <a:latin typeface="Arial"/>
              </a:rPr>
              <a:t>, </a:t>
            </a:r>
            <a:r>
              <a:rPr b="1" lang="en-US" sz="2000" spc="-1" strike="noStrike">
                <a:solidFill>
                  <a:srgbClr val="000000"/>
                </a:solidFill>
                <a:latin typeface="Courier New"/>
              </a:rPr>
              <a:t>mouseDragged</a:t>
            </a:r>
            <a:r>
              <a:rPr b="0" lang="en-US" sz="2000" spc="-1" strike="noStrike">
                <a:solidFill>
                  <a:srgbClr val="000000"/>
                </a:solidFill>
                <a:latin typeface="Arial"/>
              </a:rPr>
              <a:t>, …</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An event object is passed as a parameter to the event listener method</a:t>
            </a:r>
            <a:endParaRPr b="0" lang="en-US" sz="2000" spc="-1" strike="noStrike">
              <a:solidFill>
                <a:srgbClr val="000000"/>
              </a:solidFill>
              <a:latin typeface="Arial"/>
            </a:endParaRPr>
          </a:p>
        </p:txBody>
      </p:sp>
      <p:sp>
        <p:nvSpPr>
          <p:cNvPr id="196" name="PlaceHolder 3"/>
          <p:cNvSpPr>
            <a:spLocks noGrp="1"/>
          </p:cNvSpPr>
          <p:nvPr>
            <p:ph type="sldNum" idx="25"/>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3987D212-949F-489F-BFA0-B4BA09A2C4F1}" type="slidenum">
              <a:rPr b="0" lang="en-US" sz="1400" spc="-1" strike="noStrike">
                <a:solidFill>
                  <a:srgbClr val="800080"/>
                </a:solidFill>
                <a:latin typeface="Times New Roman"/>
              </a:rPr>
              <a:t>7</a:t>
            </a:fld>
            <a:endParaRPr b="0" lang="en-HK" sz="1400" spc="-1" strike="noStrike">
              <a:latin typeface="Times New Roman"/>
            </a:endParaRPr>
          </a:p>
        </p:txBody>
      </p:sp>
      <p:sp>
        <p:nvSpPr>
          <p:cNvPr id="197" name="PlaceHolder 4"/>
          <p:cNvSpPr>
            <a:spLocks noGrp="1"/>
          </p:cNvSpPr>
          <p:nvPr>
            <p:ph type="ftr" idx="2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Example: button</a:t>
            </a:r>
            <a:endParaRPr b="0" lang="en-US" sz="3600" spc="-1" strike="noStrike">
              <a:solidFill>
                <a:srgbClr val="000000"/>
              </a:solidFill>
              <a:latin typeface="Times New Roman"/>
            </a:endParaRPr>
          </a:p>
        </p:txBody>
      </p:sp>
      <p:sp>
        <p:nvSpPr>
          <p:cNvPr id="199"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Create a </a:t>
            </a:r>
            <a:r>
              <a:rPr b="1" lang="en-US" sz="2000" spc="-1" strike="noStrike">
                <a:solidFill>
                  <a:srgbClr val="000000"/>
                </a:solidFill>
                <a:latin typeface="Courier New"/>
              </a:rPr>
              <a:t>JButton</a:t>
            </a:r>
            <a:r>
              <a:rPr b="0" lang="en-US" sz="2000" spc="-1" strike="noStrike">
                <a:solidFill>
                  <a:srgbClr val="000000"/>
                </a:solidFill>
                <a:latin typeface="Arial"/>
              </a:rPr>
              <a:t> and add it to a window</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Create an object that implements </a:t>
            </a:r>
            <a:r>
              <a:rPr b="1" lang="en-US" sz="2000" spc="-1" strike="noStrike">
                <a:solidFill>
                  <a:srgbClr val="000000"/>
                </a:solidFill>
                <a:latin typeface="Courier New"/>
              </a:rPr>
              <a:t>ActionListener</a:t>
            </a:r>
            <a:r>
              <a:rPr b="0" lang="en-US" sz="2000" spc="-1" strike="noStrike">
                <a:solidFill>
                  <a:srgbClr val="000000"/>
                </a:solidFill>
                <a:latin typeface="Arial"/>
              </a:rPr>
              <a:t> </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(containing an </a:t>
            </a:r>
            <a:r>
              <a:rPr b="1" lang="en-US" sz="2000" spc="-1" strike="noStrike">
                <a:solidFill>
                  <a:srgbClr val="000000"/>
                </a:solidFill>
                <a:latin typeface="Courier New"/>
              </a:rPr>
              <a:t>actionPerformed</a:t>
            </a:r>
            <a:r>
              <a:rPr b="0" lang="en-US" sz="2000" spc="-1" strike="noStrike">
                <a:solidFill>
                  <a:srgbClr val="000000"/>
                </a:solidFill>
                <a:latin typeface="Arial"/>
              </a:rPr>
              <a:t> method)</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Add the listener object to the button’s listeners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gn="ctr">
              <a:lnSpc>
                <a:spcPct val="100000"/>
              </a:lnSpc>
              <a:spcBef>
                <a:spcPts val="400"/>
              </a:spcBef>
              <a:buNone/>
              <a:tabLst>
                <a:tab algn="l" pos="0"/>
              </a:tabLst>
            </a:pPr>
            <a:r>
              <a:rPr b="1" lang="en-US" sz="2000" spc="-1" strike="noStrike">
                <a:solidFill>
                  <a:srgbClr val="000000"/>
                </a:solidFill>
                <a:latin typeface="Courier New"/>
              </a:rPr>
              <a:t>ButtonDemo1.java</a:t>
            </a:r>
            <a:endParaRPr b="0" lang="en-US" sz="2000" spc="-1" strike="noStrike">
              <a:solidFill>
                <a:srgbClr val="000000"/>
              </a:solidFill>
              <a:latin typeface="Arial"/>
            </a:endParaRPr>
          </a:p>
        </p:txBody>
      </p:sp>
      <p:sp>
        <p:nvSpPr>
          <p:cNvPr id="200" name="PlaceHolder 3"/>
          <p:cNvSpPr>
            <a:spLocks noGrp="1"/>
          </p:cNvSpPr>
          <p:nvPr>
            <p:ph type="sldNum" idx="2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F5697C5B-57A6-4090-AE58-1B6E062375B2}" type="slidenum">
              <a:rPr b="0" lang="en-US" sz="1400" spc="-1" strike="noStrike">
                <a:solidFill>
                  <a:srgbClr val="800080"/>
                </a:solidFill>
                <a:latin typeface="Times New Roman"/>
              </a:rPr>
              <a:t>7</a:t>
            </a:fld>
            <a:endParaRPr b="0" lang="en-HK" sz="1400" spc="-1" strike="noStrike">
              <a:latin typeface="Times New Roman"/>
            </a:endParaRPr>
          </a:p>
        </p:txBody>
      </p:sp>
      <p:sp>
        <p:nvSpPr>
          <p:cNvPr id="201" name="PlaceHolder 4"/>
          <p:cNvSpPr>
            <a:spLocks noGrp="1"/>
          </p:cNvSpPr>
          <p:nvPr>
            <p:ph type="ftr" idx="2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Which button is which?</a:t>
            </a:r>
            <a:endParaRPr b="0" lang="en-US" sz="3600" spc="-1" strike="noStrike">
              <a:solidFill>
                <a:srgbClr val="000000"/>
              </a:solidFill>
              <a:latin typeface="Times New Roman"/>
            </a:endParaRPr>
          </a:p>
        </p:txBody>
      </p:sp>
      <p:sp>
        <p:nvSpPr>
          <p:cNvPr id="203"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Q: A single button listener object often handles several buttons.  How to tell which button generated the event?</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 an </a:t>
            </a:r>
            <a:r>
              <a:rPr b="1" lang="en-US" sz="2000" spc="-1" strike="noStrike">
                <a:solidFill>
                  <a:srgbClr val="000000"/>
                </a:solidFill>
                <a:latin typeface="Courier New"/>
              </a:rPr>
              <a:t>ActionEvent</a:t>
            </a:r>
            <a:r>
              <a:rPr b="0" lang="en-US" sz="2000" spc="-1" strike="noStrike">
                <a:solidFill>
                  <a:srgbClr val="000000"/>
                </a:solidFill>
                <a:latin typeface="Arial"/>
              </a:rPr>
              <a:t> has a </a:t>
            </a:r>
            <a:r>
              <a:rPr b="1" lang="en-US" sz="2000" spc="-1" strike="noStrike">
                <a:solidFill>
                  <a:srgbClr val="000000"/>
                </a:solidFill>
                <a:latin typeface="Courier New"/>
              </a:rPr>
              <a:t>getActionCommand</a:t>
            </a:r>
            <a:r>
              <a:rPr b="0" lang="en-US" sz="2000" spc="-1" strike="noStrike">
                <a:solidFill>
                  <a:srgbClr val="000000"/>
                </a:solidFill>
                <a:latin typeface="Arial"/>
              </a:rPr>
              <a:t> method that returns (for a button) the “action command” string  </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Default is the button name (text), but usually better to set it to some string that will remain the same inside the program code even if the UI is changed or button name is translated.  See button example.</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Similar mechanisms to decode other events</a:t>
            </a:r>
            <a:endParaRPr b="0" lang="en-US" sz="2000" spc="-1" strike="noStrike">
              <a:solidFill>
                <a:srgbClr val="000000"/>
              </a:solidFill>
              <a:latin typeface="Arial"/>
            </a:endParaRPr>
          </a:p>
        </p:txBody>
      </p:sp>
      <p:sp>
        <p:nvSpPr>
          <p:cNvPr id="204" name="PlaceHolder 3"/>
          <p:cNvSpPr>
            <a:spLocks noGrp="1"/>
          </p:cNvSpPr>
          <p:nvPr>
            <p:ph type="sldNum" idx="29"/>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46A389FE-C41E-4999-A915-E02F938CACAD}" type="slidenum">
              <a:rPr b="0" lang="en-US" sz="1400" spc="-1" strike="noStrike">
                <a:solidFill>
                  <a:srgbClr val="800080"/>
                </a:solidFill>
                <a:latin typeface="Times New Roman"/>
              </a:rPr>
              <a:t>7</a:t>
            </a:fld>
            <a:endParaRPr b="0" lang="en-HK" sz="1400" spc="-1" strike="noStrike">
              <a:latin typeface="Times New Roman"/>
            </a:endParaRPr>
          </a:p>
        </p:txBody>
      </p:sp>
      <p:sp>
        <p:nvSpPr>
          <p:cNvPr id="205" name="PlaceHolder 4"/>
          <p:cNvSpPr>
            <a:spLocks noGrp="1"/>
          </p:cNvSpPr>
          <p:nvPr>
            <p:ph type="ftr" idx="30"/>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Listener classes</a:t>
            </a:r>
            <a:endParaRPr b="0" lang="en-US" sz="3600" spc="-1" strike="noStrike">
              <a:solidFill>
                <a:srgbClr val="000000"/>
              </a:solidFill>
              <a:latin typeface="Times New Roman"/>
            </a:endParaRPr>
          </a:p>
        </p:txBody>
      </p:sp>
      <p:sp>
        <p:nvSpPr>
          <p:cNvPr id="207" name="PlaceHolder 2"/>
          <p:cNvSpPr>
            <a:spLocks noGrp="1"/>
          </p:cNvSpPr>
          <p:nvPr>
            <p:ph/>
          </p:nvPr>
        </p:nvSpPr>
        <p:spPr>
          <a:xfrm>
            <a:off x="685800" y="1600200"/>
            <a:ext cx="7772040" cy="4495320"/>
          </a:xfrm>
          <a:prstGeom prst="rect">
            <a:avLst/>
          </a:prstGeom>
          <a:noFill/>
          <a:ln w="0">
            <a:noFill/>
          </a:ln>
        </p:spPr>
        <p:txBody>
          <a:bodyPr numCol="1" spcCol="0" anchor="t">
            <a:normAutofit/>
          </a:bodyPr>
          <a:p>
            <a:pPr>
              <a:lnSpc>
                <a:spcPct val="100000"/>
              </a:lnSpc>
              <a:spcBef>
                <a:spcPts val="400"/>
              </a:spcBef>
              <a:buNone/>
              <a:tabLst>
                <a:tab algn="l" pos="0"/>
              </a:tabLst>
            </a:pPr>
            <a:r>
              <a:rPr b="1" lang="en-US" sz="2000" spc="-1" strike="noStrike">
                <a:solidFill>
                  <a:srgbClr val="000000"/>
                </a:solidFill>
                <a:latin typeface="Courier New"/>
              </a:rPr>
              <a:t>ButtonDemo1.java</a:t>
            </a:r>
            <a:r>
              <a:rPr b="0" lang="en-US" sz="2000" spc="-1" strike="noStrike">
                <a:solidFill>
                  <a:srgbClr val="000000"/>
                </a:solidFill>
                <a:latin typeface="Arial"/>
              </a:rPr>
              <a:t> defines a class that is used only once to create a listener for a single button</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Could have been a top-level class, but in this example it was an inner class since it wasn’t needed elsewhere</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But why a full-blown class when all we want is to house a method to be called after a button click?</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 more convenient(?) Java shortcut: </a:t>
            </a:r>
            <a:r>
              <a:rPr b="0" i="1" lang="en-US" sz="2000" spc="-1" strike="noStrike">
                <a:solidFill>
                  <a:srgbClr val="3333cc"/>
                </a:solidFill>
                <a:latin typeface="Arial"/>
              </a:rPr>
              <a:t>anonymous inner classes</a:t>
            </a:r>
            <a:endParaRPr b="0" lang="en-US" sz="2000" spc="-1" strike="noStrike">
              <a:solidFill>
                <a:srgbClr val="000000"/>
              </a:solidFill>
              <a:latin typeface="Arial"/>
            </a:endParaRPr>
          </a:p>
          <a:p>
            <a:pPr marL="457200">
              <a:lnSpc>
                <a:spcPct val="100000"/>
              </a:lnSpc>
              <a:spcBef>
                <a:spcPts val="400"/>
              </a:spcBef>
              <a:buNone/>
              <a:tabLst>
                <a:tab algn="l" pos="0"/>
              </a:tabLst>
            </a:pPr>
            <a:endParaRPr b="0" lang="en-US" sz="2000" spc="-1" strike="noStrike">
              <a:solidFill>
                <a:srgbClr val="000000"/>
              </a:solidFill>
              <a:latin typeface="Arial"/>
            </a:endParaRPr>
          </a:p>
        </p:txBody>
      </p:sp>
      <p:sp>
        <p:nvSpPr>
          <p:cNvPr id="208" name="PlaceHolder 3"/>
          <p:cNvSpPr>
            <a:spLocks noGrp="1"/>
          </p:cNvSpPr>
          <p:nvPr>
            <p:ph type="sldNum" idx="31"/>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140E9CDC-B044-4F13-8F6D-1FCAD13BF2B5}" type="slidenum">
              <a:rPr b="0" lang="en-US" sz="1400" spc="-1" strike="noStrike">
                <a:solidFill>
                  <a:srgbClr val="800080"/>
                </a:solidFill>
                <a:latin typeface="Times New Roman"/>
              </a:rPr>
              <a:t>10</a:t>
            </a:fld>
            <a:endParaRPr b="0" lang="en-HK" sz="1400" spc="-1" strike="noStrike">
              <a:latin typeface="Times New Roman"/>
            </a:endParaRPr>
          </a:p>
        </p:txBody>
      </p:sp>
      <p:sp>
        <p:nvSpPr>
          <p:cNvPr id="209" name="PlaceHolder 4"/>
          <p:cNvSpPr>
            <a:spLocks noGrp="1"/>
          </p:cNvSpPr>
          <p:nvPr>
            <p:ph type="ftr" idx="32"/>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Anonymous inner classes</a:t>
            </a:r>
            <a:endParaRPr b="0" lang="en-US" sz="3600" spc="-1" strike="noStrike">
              <a:solidFill>
                <a:srgbClr val="000000"/>
              </a:solidFill>
              <a:latin typeface="Times New Roman"/>
            </a:endParaRPr>
          </a:p>
        </p:txBody>
      </p:sp>
      <p:sp>
        <p:nvSpPr>
          <p:cNvPr id="211" name="PlaceHolder 2"/>
          <p:cNvSpPr>
            <a:spLocks noGrp="1"/>
          </p:cNvSpPr>
          <p:nvPr>
            <p:ph/>
          </p:nvPr>
        </p:nvSpPr>
        <p:spPr>
          <a:xfrm>
            <a:off x="685800" y="1600200"/>
            <a:ext cx="80006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Idea: </a:t>
            </a:r>
            <a:r>
              <a:rPr b="0" lang="en-US" sz="2000" spc="-1" strike="noStrike">
                <a:solidFill>
                  <a:srgbClr val="0000ff"/>
                </a:solidFill>
                <a:latin typeface="Arial"/>
              </a:rPr>
              <a:t>define</a:t>
            </a:r>
            <a:r>
              <a:rPr b="0" lang="en-US" sz="2000" spc="-1" strike="noStrike">
                <a:solidFill>
                  <a:srgbClr val="000000"/>
                </a:solidFill>
                <a:latin typeface="Arial"/>
              </a:rPr>
              <a:t> a </a:t>
            </a:r>
            <a:r>
              <a:rPr b="0" lang="en-US" sz="2000" spc="-1" strike="noStrike">
                <a:solidFill>
                  <a:srgbClr val="0000ff"/>
                </a:solidFill>
                <a:latin typeface="Arial"/>
              </a:rPr>
              <a:t>new class </a:t>
            </a:r>
            <a:r>
              <a:rPr b="0" lang="en-US" sz="2000" spc="-1" strike="noStrike">
                <a:solidFill>
                  <a:srgbClr val="000000"/>
                </a:solidFill>
                <a:latin typeface="Arial"/>
              </a:rPr>
              <a:t>directly in the </a:t>
            </a:r>
            <a:r>
              <a:rPr b="1" lang="en-US" sz="2000" spc="-1" strike="noStrike">
                <a:solidFill>
                  <a:srgbClr val="0000ff"/>
                </a:solidFill>
                <a:latin typeface="Courier New"/>
              </a:rPr>
              <a:t>new</a:t>
            </a:r>
            <a:r>
              <a:rPr b="0" lang="en-US" sz="2000" spc="-1" strike="noStrike">
                <a:solidFill>
                  <a:srgbClr val="0000ff"/>
                </a:solidFill>
                <a:latin typeface="Arial"/>
              </a:rPr>
              <a:t> expression </a:t>
            </a:r>
            <a:r>
              <a:rPr b="0" lang="en-US" sz="2000" spc="-1" strike="noStrike">
                <a:solidFill>
                  <a:srgbClr val="000000"/>
                </a:solidFill>
                <a:latin typeface="Arial"/>
              </a:rPr>
              <a:t>that creates an object of the (new) anonymous inner class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Specify the superclass to be extended or interface to be implemented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Override or implement methods needed in the anonymous class instance</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Can have methods, fields, etc., but not constructors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But if it starts to get complex, use an ordinary class for clarity (nested inner class if appropriate)</a:t>
            </a:r>
            <a:endParaRPr b="0" lang="en-US" sz="2000" spc="-1" strike="noStrike">
              <a:solidFill>
                <a:srgbClr val="000000"/>
              </a:solidFill>
              <a:latin typeface="Arial"/>
            </a:endParaRPr>
          </a:p>
          <a:p>
            <a:pPr marL="57240">
              <a:lnSpc>
                <a:spcPct val="100000"/>
              </a:lnSpc>
              <a:spcBef>
                <a:spcPts val="400"/>
              </a:spcBef>
              <a:buNone/>
              <a:tabLst>
                <a:tab algn="l" pos="0"/>
              </a:tabLst>
            </a:pPr>
            <a:endParaRPr b="0" lang="en-US" sz="2000" spc="-1" strike="noStrike">
              <a:solidFill>
                <a:srgbClr val="000000"/>
              </a:solidFill>
              <a:latin typeface="Arial"/>
            </a:endParaRPr>
          </a:p>
          <a:p>
            <a:pPr marL="57240">
              <a:lnSpc>
                <a:spcPct val="100000"/>
              </a:lnSpc>
              <a:spcBef>
                <a:spcPts val="400"/>
              </a:spcBef>
              <a:buNone/>
              <a:tabLst>
                <a:tab algn="l" pos="0"/>
              </a:tabLst>
            </a:pPr>
            <a:r>
              <a:rPr b="0" lang="en-US" sz="2000" spc="-1" strike="noStrike">
                <a:solidFill>
                  <a:srgbClr val="000000"/>
                </a:solidFill>
                <a:latin typeface="Arial"/>
              </a:rPr>
              <a:t>Warning: ghastly syntax ahead</a:t>
            </a:r>
            <a:endParaRPr b="0" lang="en-US" sz="2000" spc="-1" strike="noStrike">
              <a:solidFill>
                <a:srgbClr val="000000"/>
              </a:solidFill>
              <a:latin typeface="Arial"/>
            </a:endParaRPr>
          </a:p>
        </p:txBody>
      </p:sp>
      <p:sp>
        <p:nvSpPr>
          <p:cNvPr id="212" name="PlaceHolder 3"/>
          <p:cNvSpPr>
            <a:spLocks noGrp="1"/>
          </p:cNvSpPr>
          <p:nvPr>
            <p:ph type="sldNum" idx="33"/>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4B8134AC-DAE6-4852-B7A3-5E7944155A93}" type="slidenum">
              <a:rPr b="0" lang="en-US" sz="1400" spc="-1" strike="noStrike">
                <a:solidFill>
                  <a:srgbClr val="800080"/>
                </a:solidFill>
                <a:latin typeface="Times New Roman"/>
              </a:rPr>
              <a:t>10</a:t>
            </a:fld>
            <a:endParaRPr b="0" lang="en-HK" sz="1400" spc="-1" strike="noStrike">
              <a:latin typeface="Times New Roman"/>
            </a:endParaRPr>
          </a:p>
        </p:txBody>
      </p:sp>
      <p:sp>
        <p:nvSpPr>
          <p:cNvPr id="213" name="PlaceHolder 4"/>
          <p:cNvSpPr>
            <a:spLocks noGrp="1"/>
          </p:cNvSpPr>
          <p:nvPr>
            <p:ph type="ftr" idx="34"/>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211">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Example</a:t>
            </a:r>
            <a:endParaRPr b="0" lang="en-US" sz="3600" spc="-1" strike="noStrike">
              <a:solidFill>
                <a:srgbClr val="000000"/>
              </a:solidFill>
              <a:latin typeface="Times New Roman"/>
            </a:endParaRPr>
          </a:p>
        </p:txBody>
      </p:sp>
      <p:sp>
        <p:nvSpPr>
          <p:cNvPr id="215" name="PlaceHolder 2"/>
          <p:cNvSpPr>
            <a:spLocks noGrp="1"/>
          </p:cNvSpPr>
          <p:nvPr>
            <p:ph/>
          </p:nvPr>
        </p:nvSpPr>
        <p:spPr>
          <a:xfrm>
            <a:off x="228600" y="1600200"/>
            <a:ext cx="8457840" cy="4495320"/>
          </a:xfrm>
          <a:prstGeom prst="rect">
            <a:avLst/>
          </a:prstGeom>
          <a:noFill/>
          <a:ln w="0">
            <a:noFill/>
          </a:ln>
        </p:spPr>
        <p:txBody>
          <a:bodyPr numCol="1" spcCol="0" anchor="t">
            <a:noAutofit/>
          </a:bodyPr>
          <a:p>
            <a:pPr marL="399960">
              <a:lnSpc>
                <a:spcPct val="100000"/>
              </a:lnSpc>
              <a:spcBef>
                <a:spcPts val="479"/>
              </a:spcBef>
              <a:buNone/>
              <a:tabLst>
                <a:tab algn="l" pos="0"/>
              </a:tabLst>
            </a:pPr>
            <a:endParaRPr b="0" lang="en-US" sz="2400" spc="-1" strike="noStrike">
              <a:solidFill>
                <a:srgbClr val="000000"/>
              </a:solidFill>
              <a:latin typeface="Arial"/>
            </a:endParaRPr>
          </a:p>
          <a:p>
            <a:pPr marL="399960">
              <a:lnSpc>
                <a:spcPct val="100000"/>
              </a:lnSpc>
              <a:spcBef>
                <a:spcPts val="479"/>
              </a:spcBef>
              <a:buNone/>
              <a:tabLst>
                <a:tab algn="l" pos="0"/>
              </a:tabLst>
            </a:pPr>
            <a:endParaRPr b="0" lang="en-US" sz="2400" spc="-1" strike="noStrike">
              <a:solidFill>
                <a:srgbClr val="000000"/>
              </a:solidFill>
              <a:latin typeface="Arial"/>
            </a:endParaRPr>
          </a:p>
          <a:p>
            <a:pPr marL="399960">
              <a:lnSpc>
                <a:spcPct val="100000"/>
              </a:lnSpc>
              <a:spcBef>
                <a:spcPts val="479"/>
              </a:spcBef>
              <a:buNone/>
              <a:tabLst>
                <a:tab algn="l" pos="0"/>
              </a:tabLst>
            </a:pPr>
            <a:endParaRPr b="0" lang="en-US" sz="24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00"/>
                </a:solidFill>
                <a:latin typeface="Courier New"/>
              </a:rPr>
              <a:t>button.addActionListener</a:t>
            </a:r>
            <a:r>
              <a:rPr b="1" lang="en-US" sz="2000" spc="-1" strike="noStrike">
                <a:solidFill>
                  <a:srgbClr val="660066"/>
                </a:solidFill>
                <a:latin typeface="Courier New"/>
              </a:rPr>
              <a:t>(</a:t>
            </a:r>
            <a:r>
              <a:rPr b="1" lang="en-US" sz="2000" spc="-1" strike="noStrike">
                <a:solidFill>
                  <a:srgbClr val="ff0066"/>
                </a:solidFill>
                <a:latin typeface="Courier New"/>
              </a:rPr>
              <a:t>new </a:t>
            </a:r>
            <a:r>
              <a:rPr b="1" lang="en-US" sz="2000" spc="-1" strike="noStrike">
                <a:solidFill>
                  <a:srgbClr val="ff6600"/>
                </a:solidFill>
                <a:latin typeface="Courier New"/>
              </a:rPr>
              <a:t>ActionListener()</a:t>
            </a:r>
            <a:r>
              <a:rPr b="1" lang="en-US" sz="2000" spc="-1" strike="noStrike">
                <a:solidFill>
                  <a:srgbClr val="009900"/>
                </a:solidFill>
                <a:latin typeface="Courier New"/>
              </a:rPr>
              <a:t>{</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ff"/>
                </a:solidFill>
                <a:latin typeface="Courier New"/>
              </a:rPr>
              <a:t>public void actionPerformed(ActionEvent e) {</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ff"/>
                </a:solidFill>
                <a:latin typeface="Courier New"/>
              </a:rPr>
              <a:t>        </a:t>
            </a:r>
            <a:r>
              <a:rPr b="1" lang="en-US" sz="2000" spc="-1" strike="noStrike">
                <a:solidFill>
                  <a:srgbClr val="0000ff"/>
                </a:solidFill>
                <a:latin typeface="Courier New"/>
              </a:rPr>
              <a:t>model.doSomething()</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ff"/>
                </a:solidFill>
                <a:latin typeface="Courier New"/>
              </a:rPr>
              <a:t>      </a:t>
            </a:r>
            <a:r>
              <a:rPr b="1" lang="en-US" sz="2000" spc="-1" strike="noStrike">
                <a:solidFill>
                  <a:srgbClr val="0000ff"/>
                </a:solidFill>
                <a:latin typeface="Courier New"/>
              </a:rPr>
              <a:t>}</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9900"/>
                </a:solidFill>
                <a:latin typeface="Courier New"/>
              </a:rPr>
              <a:t>}</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660066"/>
                </a:solidFill>
                <a:latin typeface="Courier New"/>
              </a:rPr>
              <a:t>)</a:t>
            </a:r>
            <a:r>
              <a:rPr b="1" lang="en-US" sz="2000" spc="-1" strike="noStrike">
                <a:solidFill>
                  <a:srgbClr val="000000"/>
                </a:solidFill>
                <a:latin typeface="Courier New"/>
              </a:rPr>
              <a:t>;</a:t>
            </a:r>
            <a:endParaRPr b="0" lang="en-US" sz="2000" spc="-1" strike="noStrike">
              <a:solidFill>
                <a:srgbClr val="000000"/>
              </a:solidFill>
              <a:latin typeface="Arial"/>
            </a:endParaRPr>
          </a:p>
          <a:p>
            <a:pPr marL="399960">
              <a:lnSpc>
                <a:spcPct val="100000"/>
              </a:lnSpc>
              <a:spcBef>
                <a:spcPts val="479"/>
              </a:spcBef>
              <a:buNone/>
              <a:tabLst>
                <a:tab algn="l" pos="0"/>
              </a:tabLst>
            </a:pPr>
            <a:endParaRPr b="0" lang="en-US" sz="2400" spc="-1" strike="noStrike">
              <a:solidFill>
                <a:srgbClr val="000000"/>
              </a:solidFill>
              <a:latin typeface="Arial"/>
            </a:endParaRPr>
          </a:p>
        </p:txBody>
      </p:sp>
      <p:sp>
        <p:nvSpPr>
          <p:cNvPr id="216" name="PlaceHolder 3"/>
          <p:cNvSpPr>
            <a:spLocks noGrp="1"/>
          </p:cNvSpPr>
          <p:nvPr>
            <p:ph type="sldNum" idx="35"/>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6BC04BB6-A8E5-4857-972B-264E2008FEA6}" type="slidenum">
              <a:rPr b="0" lang="en-US" sz="1400" spc="-1" strike="noStrike">
                <a:solidFill>
                  <a:srgbClr val="800080"/>
                </a:solidFill>
                <a:latin typeface="Times New Roman"/>
              </a:rPr>
              <a:t>10</a:t>
            </a:fld>
            <a:endParaRPr b="0" lang="en-HK" sz="1400" spc="-1" strike="noStrike">
              <a:latin typeface="Times New Roman"/>
            </a:endParaRPr>
          </a:p>
        </p:txBody>
      </p:sp>
      <p:grpSp>
        <p:nvGrpSpPr>
          <p:cNvPr id="217" name="Group 13"/>
          <p:cNvGrpSpPr/>
          <p:nvPr/>
        </p:nvGrpSpPr>
        <p:grpSpPr>
          <a:xfrm>
            <a:off x="2750760" y="1715760"/>
            <a:ext cx="2243160" cy="1255680"/>
            <a:chOff x="2750760" y="1715760"/>
            <a:chExt cx="2243160" cy="1255680"/>
          </a:xfrm>
        </p:grpSpPr>
        <p:sp>
          <p:nvSpPr>
            <p:cNvPr id="218" name="TextBox 6"/>
            <p:cNvSpPr/>
            <p:nvPr/>
          </p:nvSpPr>
          <p:spPr>
            <a:xfrm>
              <a:off x="2750760" y="1715760"/>
              <a:ext cx="224316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2000" spc="-1" strike="noStrike">
                  <a:solidFill>
                    <a:srgbClr val="ff0066"/>
                  </a:solidFill>
                  <a:latin typeface="Courier New"/>
                </a:rPr>
                <a:t>new</a:t>
              </a:r>
              <a:r>
                <a:rPr b="0" lang="en-US" sz="2000" spc="-1" strike="noStrike">
                  <a:solidFill>
                    <a:srgbClr val="ff0066"/>
                  </a:solidFill>
                  <a:latin typeface="Times New Roman"/>
                </a:rPr>
                <a:t> expression to</a:t>
              </a:r>
              <a:br>
                <a:rPr sz="2000"/>
              </a:br>
              <a:r>
                <a:rPr b="0" lang="en-US" sz="2000" spc="-1" strike="noStrike">
                  <a:solidFill>
                    <a:srgbClr val="ff0066"/>
                  </a:solidFill>
                  <a:latin typeface="Times New Roman"/>
                </a:rPr>
                <a:t>create class instance</a:t>
              </a:r>
              <a:endParaRPr b="0" lang="en-HK" sz="2000" spc="-1" strike="noStrike">
                <a:latin typeface="Arial"/>
              </a:endParaRPr>
            </a:p>
          </p:txBody>
        </p:sp>
        <p:sp>
          <p:nvSpPr>
            <p:cNvPr id="219" name="Straight Arrow Connector 9"/>
            <p:cNvSpPr/>
            <p:nvPr/>
          </p:nvSpPr>
          <p:spPr>
            <a:xfrm>
              <a:off x="3872520" y="2423880"/>
              <a:ext cx="775080" cy="547560"/>
            </a:xfrm>
            <a:custGeom>
              <a:avLst/>
              <a:gdLst/>
              <a:ahLst/>
              <a:rect l="l" t="t" r="r" b="b"/>
              <a:pathLst>
                <a:path w="21600" h="21600">
                  <a:moveTo>
                    <a:pt x="0" y="0"/>
                  </a:moveTo>
                  <a:lnTo>
                    <a:pt x="21600" y="21600"/>
                  </a:lnTo>
                </a:path>
              </a:pathLst>
            </a:custGeom>
            <a:noFill/>
            <a:ln>
              <a:solidFill>
                <a:srgbClr val="ff0066"/>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20" name="Group 17"/>
          <p:cNvGrpSpPr/>
          <p:nvPr/>
        </p:nvGrpSpPr>
        <p:grpSpPr>
          <a:xfrm>
            <a:off x="1523520" y="3352320"/>
            <a:ext cx="6796440" cy="3062160"/>
            <a:chOff x="1523520" y="3352320"/>
            <a:chExt cx="6796440" cy="3062160"/>
          </a:xfrm>
        </p:grpSpPr>
        <p:sp>
          <p:nvSpPr>
            <p:cNvPr id="221" name="TextBox 5"/>
            <p:cNvSpPr/>
            <p:nvPr/>
          </p:nvSpPr>
          <p:spPr>
            <a:xfrm>
              <a:off x="5949000" y="5715000"/>
              <a:ext cx="237096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009900"/>
                  </a:solidFill>
                  <a:latin typeface="Times New Roman"/>
                </a:rPr>
                <a:t>Brackets surrounding</a:t>
              </a:r>
              <a:br>
                <a:rPr sz="2000"/>
              </a:br>
              <a:r>
                <a:rPr b="0" lang="en-US" sz="2000" spc="-1" strike="noStrike">
                  <a:solidFill>
                    <a:srgbClr val="009900"/>
                  </a:solidFill>
                  <a:latin typeface="Times New Roman"/>
                </a:rPr>
                <a:t>new class definition</a:t>
              </a:r>
              <a:endParaRPr b="0" lang="en-HK" sz="2000" spc="-1" strike="noStrike">
                <a:latin typeface="Arial"/>
              </a:endParaRPr>
            </a:p>
          </p:txBody>
        </p:sp>
        <p:sp>
          <p:nvSpPr>
            <p:cNvPr id="222" name="Straight Arrow Connector 14"/>
            <p:cNvSpPr/>
            <p:nvPr/>
          </p:nvSpPr>
          <p:spPr>
            <a:xfrm flipH="1" flipV="1">
              <a:off x="1523160" y="4648320"/>
              <a:ext cx="5486040" cy="1066320"/>
            </a:xfrm>
            <a:custGeom>
              <a:avLst/>
              <a:gdLst/>
              <a:ahLst/>
              <a:rect l="l" t="t" r="r" b="b"/>
              <a:pathLst>
                <a:path w="21600" h="21600">
                  <a:moveTo>
                    <a:pt x="0" y="0"/>
                  </a:moveTo>
                  <a:lnTo>
                    <a:pt x="21600" y="21600"/>
                  </a:lnTo>
                </a:path>
              </a:pathLst>
            </a:custGeom>
            <a:noFill/>
            <a:ln>
              <a:solidFill>
                <a:srgbClr val="0099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23" name="Straight Arrow Connector 16"/>
            <p:cNvSpPr/>
            <p:nvPr/>
          </p:nvSpPr>
          <p:spPr>
            <a:xfrm flipV="1">
              <a:off x="7134840" y="3351960"/>
              <a:ext cx="560880" cy="2361960"/>
            </a:xfrm>
            <a:custGeom>
              <a:avLst/>
              <a:gdLst/>
              <a:ahLst/>
              <a:rect l="l" t="t" r="r" b="b"/>
              <a:pathLst>
                <a:path w="21600" h="21600">
                  <a:moveTo>
                    <a:pt x="0" y="0"/>
                  </a:moveTo>
                  <a:lnTo>
                    <a:pt x="21600" y="21600"/>
                  </a:lnTo>
                </a:path>
              </a:pathLst>
            </a:custGeom>
            <a:noFill/>
            <a:ln>
              <a:solidFill>
                <a:srgbClr val="0099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24" name="Group 18"/>
          <p:cNvGrpSpPr/>
          <p:nvPr/>
        </p:nvGrpSpPr>
        <p:grpSpPr>
          <a:xfrm>
            <a:off x="3885840" y="4038120"/>
            <a:ext cx="3364560" cy="815760"/>
            <a:chOff x="3885840" y="4038120"/>
            <a:chExt cx="3364560" cy="815760"/>
          </a:xfrm>
        </p:grpSpPr>
        <p:sp>
          <p:nvSpPr>
            <p:cNvPr id="225" name="TextBox 7"/>
            <p:cNvSpPr/>
            <p:nvPr/>
          </p:nvSpPr>
          <p:spPr>
            <a:xfrm>
              <a:off x="4350600" y="4154400"/>
              <a:ext cx="289980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0000ff"/>
                  </a:solidFill>
                  <a:latin typeface="Times New Roman"/>
                </a:rPr>
                <a:t>Implementation of method</a:t>
              </a:r>
              <a:endParaRPr b="0" lang="en-HK" sz="2000" spc="-1" strike="noStrike">
                <a:latin typeface="Arial"/>
              </a:endParaRPr>
            </a:p>
            <a:p>
              <a:pPr>
                <a:lnSpc>
                  <a:spcPct val="100000"/>
                </a:lnSpc>
                <a:buNone/>
              </a:pPr>
              <a:r>
                <a:rPr b="0" lang="en-US" sz="2000" spc="-1" strike="noStrike">
                  <a:solidFill>
                    <a:srgbClr val="0000ff"/>
                  </a:solidFill>
                  <a:latin typeface="Times New Roman"/>
                </a:rPr>
                <a:t>for this anonymous class</a:t>
              </a:r>
              <a:endParaRPr b="0" lang="en-HK" sz="2000" spc="-1" strike="noStrike">
                <a:latin typeface="Arial"/>
              </a:endParaRPr>
            </a:p>
          </p:txBody>
        </p:sp>
        <p:sp>
          <p:nvSpPr>
            <p:cNvPr id="226" name="Straight Arrow Connector 21"/>
            <p:cNvSpPr/>
            <p:nvPr/>
          </p:nvSpPr>
          <p:spPr>
            <a:xfrm flipH="1" flipV="1">
              <a:off x="3885480" y="4037760"/>
              <a:ext cx="456840" cy="380520"/>
            </a:xfrm>
            <a:custGeom>
              <a:avLst/>
              <a:gdLst/>
              <a:ahLst/>
              <a:rect l="l" t="t" r="r" b="b"/>
              <a:pathLst>
                <a:path w="21600" h="21600">
                  <a:moveTo>
                    <a:pt x="0" y="0"/>
                  </a:moveTo>
                  <a:lnTo>
                    <a:pt x="21600" y="21600"/>
                  </a:lnTo>
                </a:path>
              </a:pathLst>
            </a:custGeom>
            <a:noFill/>
            <a:ln>
              <a:solidFill>
                <a:srgbClr val="0000ff"/>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27" name="Group 12"/>
          <p:cNvGrpSpPr/>
          <p:nvPr/>
        </p:nvGrpSpPr>
        <p:grpSpPr>
          <a:xfrm>
            <a:off x="761760" y="2057400"/>
            <a:ext cx="3657600" cy="2742840"/>
            <a:chOff x="761760" y="2057400"/>
            <a:chExt cx="3657600" cy="2742840"/>
          </a:xfrm>
        </p:grpSpPr>
        <p:sp>
          <p:nvSpPr>
            <p:cNvPr id="228" name="TextBox 23"/>
            <p:cNvSpPr/>
            <p:nvPr/>
          </p:nvSpPr>
          <p:spPr>
            <a:xfrm>
              <a:off x="766800" y="2057400"/>
              <a:ext cx="157248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660066"/>
                  </a:solidFill>
                  <a:latin typeface="Times New Roman"/>
                </a:rPr>
                <a:t>Method call</a:t>
              </a:r>
              <a:br>
                <a:rPr sz="2000"/>
              </a:br>
              <a:r>
                <a:rPr b="0" lang="en-US" sz="2000" spc="-1" strike="noStrike">
                  <a:solidFill>
                    <a:srgbClr val="660066"/>
                  </a:solidFill>
                  <a:latin typeface="Times New Roman"/>
                </a:rPr>
                <a:t>parameter list</a:t>
              </a:r>
              <a:endParaRPr b="0" lang="en-HK" sz="2000" spc="-1" strike="noStrike">
                <a:latin typeface="Arial"/>
              </a:endParaRPr>
            </a:p>
          </p:txBody>
        </p:sp>
        <p:sp>
          <p:nvSpPr>
            <p:cNvPr id="229" name="Straight Arrow Connector 26"/>
            <p:cNvSpPr/>
            <p:nvPr/>
          </p:nvSpPr>
          <p:spPr>
            <a:xfrm>
              <a:off x="1553400" y="2765160"/>
              <a:ext cx="2865960" cy="282240"/>
            </a:xfrm>
            <a:custGeom>
              <a:avLst/>
              <a:gdLst/>
              <a:ahLst/>
              <a:rect l="l" t="t" r="r" b="b"/>
              <a:pathLst>
                <a:path w="21600" h="21600">
                  <a:moveTo>
                    <a:pt x="0" y="0"/>
                  </a:moveTo>
                  <a:lnTo>
                    <a:pt x="21600" y="21600"/>
                  </a:lnTo>
                </a:path>
              </a:pathLst>
            </a:custGeom>
            <a:noFill/>
            <a:ln>
              <a:solidFill>
                <a:srgbClr val="660066"/>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30" name="Straight Arrow Connector 29"/>
            <p:cNvSpPr/>
            <p:nvPr/>
          </p:nvSpPr>
          <p:spPr>
            <a:xfrm flipH="1">
              <a:off x="761400" y="2765160"/>
              <a:ext cx="790920" cy="2035080"/>
            </a:xfrm>
            <a:custGeom>
              <a:avLst/>
              <a:gdLst/>
              <a:ahLst/>
              <a:rect l="l" t="t" r="r" b="b"/>
              <a:pathLst>
                <a:path w="21600" h="21600">
                  <a:moveTo>
                    <a:pt x="0" y="0"/>
                  </a:moveTo>
                  <a:lnTo>
                    <a:pt x="21600" y="21600"/>
                  </a:lnTo>
                </a:path>
              </a:pathLst>
            </a:custGeom>
            <a:noFill/>
            <a:ln>
              <a:solidFill>
                <a:srgbClr val="660066"/>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31" name="Group 10"/>
          <p:cNvGrpSpPr/>
          <p:nvPr/>
        </p:nvGrpSpPr>
        <p:grpSpPr>
          <a:xfrm>
            <a:off x="5873760" y="1447920"/>
            <a:ext cx="2965320" cy="1523520"/>
            <a:chOff x="5873760" y="1447920"/>
            <a:chExt cx="2965320" cy="1523520"/>
          </a:xfrm>
        </p:grpSpPr>
        <p:sp>
          <p:nvSpPr>
            <p:cNvPr id="232" name="TextBox 19"/>
            <p:cNvSpPr/>
            <p:nvPr/>
          </p:nvSpPr>
          <p:spPr>
            <a:xfrm>
              <a:off x="5873760" y="1447920"/>
              <a:ext cx="2965320" cy="1309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ff6600"/>
                  </a:solidFill>
                  <a:latin typeface="Times New Roman"/>
                </a:rPr>
                <a:t>Class or interface being</a:t>
              </a:r>
              <a:br>
                <a:rPr sz="2000"/>
              </a:br>
              <a:r>
                <a:rPr b="0" lang="en-US" sz="2000" spc="-1" strike="noStrike">
                  <a:solidFill>
                    <a:srgbClr val="ff6600"/>
                  </a:solidFill>
                  <a:latin typeface="Times New Roman"/>
                </a:rPr>
                <a:t>extended/implemented</a:t>
              </a:r>
              <a:endParaRPr b="0" lang="en-HK" sz="2000" spc="-1" strike="noStrike">
                <a:latin typeface="Arial"/>
              </a:endParaRPr>
            </a:p>
            <a:p>
              <a:pPr>
                <a:lnSpc>
                  <a:spcPct val="100000"/>
                </a:lnSpc>
                <a:buNone/>
              </a:pPr>
              <a:r>
                <a:rPr b="0" lang="en-US" sz="2000" spc="-1" strike="noStrike">
                  <a:solidFill>
                    <a:srgbClr val="ff6600"/>
                  </a:solidFill>
                  <a:latin typeface="Times New Roman"/>
                </a:rPr>
                <a:t>     </a:t>
              </a:r>
              <a:r>
                <a:rPr b="0" lang="en-US" sz="2000" spc="-1" strike="noStrike">
                  <a:solidFill>
                    <a:srgbClr val="ff6600"/>
                  </a:solidFill>
                  <a:latin typeface="Times New Roman"/>
                </a:rPr>
                <a:t>(can include constructor</a:t>
              </a:r>
              <a:endParaRPr b="0" lang="en-HK" sz="2000" spc="-1" strike="noStrike">
                <a:latin typeface="Arial"/>
              </a:endParaRPr>
            </a:p>
            <a:p>
              <a:pPr>
                <a:lnSpc>
                  <a:spcPct val="100000"/>
                </a:lnSpc>
                <a:buNone/>
              </a:pPr>
              <a:r>
                <a:rPr b="0" lang="en-US" sz="2000" spc="-1" strike="noStrike">
                  <a:solidFill>
                    <a:srgbClr val="ff6600"/>
                  </a:solidFill>
                  <a:latin typeface="Times New Roman"/>
                </a:rPr>
                <a:t>      </a:t>
              </a:r>
              <a:r>
                <a:rPr b="0" lang="en-US" sz="2000" spc="-1" strike="noStrike">
                  <a:solidFill>
                    <a:srgbClr val="ff6600"/>
                  </a:solidFill>
                  <a:latin typeface="Times New Roman"/>
                </a:rPr>
                <a:t>parameters)</a:t>
              </a:r>
              <a:endParaRPr b="0" lang="en-HK" sz="2000" spc="-1" strike="noStrike">
                <a:latin typeface="Arial"/>
              </a:endParaRPr>
            </a:p>
          </p:txBody>
        </p:sp>
        <p:sp>
          <p:nvSpPr>
            <p:cNvPr id="233" name="Straight Arrow Connector 20"/>
            <p:cNvSpPr/>
            <p:nvPr/>
          </p:nvSpPr>
          <p:spPr>
            <a:xfrm>
              <a:off x="6019920" y="2133720"/>
              <a:ext cx="151920" cy="837720"/>
            </a:xfrm>
            <a:custGeom>
              <a:avLst/>
              <a:gdLst/>
              <a:ahLst/>
              <a:rect l="l" t="t" r="r" b="b"/>
              <a:pathLst>
                <a:path w="21600" h="21600">
                  <a:moveTo>
                    <a:pt x="0" y="0"/>
                  </a:moveTo>
                  <a:lnTo>
                    <a:pt x="21600" y="21600"/>
                  </a:lnTo>
                </a:path>
              </a:pathLst>
            </a:custGeom>
            <a:noFill/>
            <a:ln>
              <a:solidFill>
                <a:srgbClr val="ff66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34" name="Straight Arrow Connector 22"/>
            <p:cNvSpPr/>
            <p:nvPr/>
          </p:nvSpPr>
          <p:spPr>
            <a:xfrm>
              <a:off x="7356600" y="2771280"/>
              <a:ext cx="34200" cy="200160"/>
            </a:xfrm>
            <a:custGeom>
              <a:avLst/>
              <a:gdLst/>
              <a:ahLst/>
              <a:rect l="l" t="t" r="r" b="b"/>
              <a:pathLst>
                <a:path w="21600" h="21600">
                  <a:moveTo>
                    <a:pt x="0" y="0"/>
                  </a:moveTo>
                  <a:lnTo>
                    <a:pt x="21600" y="21600"/>
                  </a:lnTo>
                </a:path>
              </a:pathLst>
            </a:custGeom>
            <a:noFill/>
            <a:ln>
              <a:solidFill>
                <a:srgbClr val="ff66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sp>
        <p:nvSpPr>
          <p:cNvPr id="235" name="PlaceHolder 4"/>
          <p:cNvSpPr>
            <a:spLocks noGrp="1"/>
          </p:cNvSpPr>
          <p:nvPr>
            <p:ph type="ftr" idx="3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timing>
    <p:tnLst>
      <p:par>
        <p:cTn id="7" dur="indefinite" restart="never" nodeType="tmRoot">
          <p:childTnLst>
            <p:seq>
              <p:cTn id="8" dur="indefinite" nodeType="mainSeq">
                <p:childTnLst>
                  <p:par>
                    <p:cTn id="9" fill="hold">
                      <p:stCondLst>
                        <p:cond delay="indefinite"/>
                      </p:stCondLst>
                      <p:childTnLst>
                        <p:par>
                          <p:cTn id="10" fill="hold">
                            <p:stCondLst>
                              <p:cond delay="0"/>
                            </p:stCondLst>
                            <p:childTnLst>
                              <p:par>
                                <p:cTn id="11" nodeType="clickEffect" fill="hold" presetClass="entr" presetID="1">
                                  <p:stCondLst>
                                    <p:cond delay="0"/>
                                  </p:stCondLst>
                                  <p:childTnLst>
                                    <p:set>
                                      <p:cBhvr>
                                        <p:cTn id="12" dur="1" fill="hold">
                                          <p:stCondLst>
                                            <p:cond delay="0"/>
                                          </p:stCondLst>
                                        </p:cTn>
                                        <p:tgtEl>
                                          <p:spTgt spid="2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nodeType="clickEffect" fill="hold" presetClass="entr" presetID="1">
                                  <p:stCondLst>
                                    <p:cond delay="0"/>
                                  </p:stCondLst>
                                  <p:childTnLst>
                                    <p:set>
                                      <p:cBhvr>
                                        <p:cTn id="16" dur="1" fill="hold">
                                          <p:stCondLst>
                                            <p:cond delay="0"/>
                                          </p:stCondLst>
                                        </p:cTn>
                                        <p:tgtEl>
                                          <p:spTgt spid="2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nodeType="clickEffect" fill="hold" presetClass="entr" presetID="1">
                                  <p:stCondLst>
                                    <p:cond delay="0"/>
                                  </p:stCondLst>
                                  <p:childTnLst>
                                    <p:set>
                                      <p:cBhvr>
                                        <p:cTn id="20" dur="1" fill="hold">
                                          <p:stCondLst>
                                            <p:cond delay="0"/>
                                          </p:stCondLst>
                                        </p:cTn>
                                        <p:tgtEl>
                                          <p:spTgt spid="2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nodeType="clickEffect" fill="hold" presetClass="entr" presetID="1">
                                  <p:stCondLst>
                                    <p:cond delay="0"/>
                                  </p:stCondLst>
                                  <p:childTnLst>
                                    <p:set>
                                      <p:cBhvr>
                                        <p:cTn id="24" dur="1" fill="hold">
                                          <p:stCondLst>
                                            <p:cond delay="0"/>
                                          </p:stCondLst>
                                        </p:cTn>
                                        <p:tgtEl>
                                          <p:spTgt spid="2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nodeType="clickEffect" fill="hold" presetClass="entr" presetID="1">
                                  <p:stCondLst>
                                    <p:cond delay="0"/>
                                  </p:stCondLst>
                                  <p:childTnLst>
                                    <p:set>
                                      <p:cBhvr>
                                        <p:cTn id="28"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Example</a:t>
            </a:r>
            <a:endParaRPr b="0" lang="en-US" sz="3600" spc="-1" strike="noStrike">
              <a:solidFill>
                <a:srgbClr val="000000"/>
              </a:solidFill>
              <a:latin typeface="Times New Roman"/>
            </a:endParaRPr>
          </a:p>
        </p:txBody>
      </p:sp>
      <p:sp>
        <p:nvSpPr>
          <p:cNvPr id="237"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gn="ctr">
              <a:lnSpc>
                <a:spcPct val="100000"/>
              </a:lnSpc>
              <a:spcBef>
                <a:spcPts val="479"/>
              </a:spcBef>
              <a:buNone/>
              <a:tabLst>
                <a:tab algn="l" pos="0"/>
              </a:tabLst>
            </a:pPr>
            <a:r>
              <a:rPr b="1" lang="en-US" sz="2400" spc="-1" strike="noStrike">
                <a:solidFill>
                  <a:srgbClr val="000000"/>
                </a:solidFill>
                <a:latin typeface="Courier New"/>
              </a:rPr>
              <a:t>ButtonDemo2.java</a:t>
            </a:r>
            <a:endParaRPr b="0" lang="en-US" sz="2400" spc="-1" strike="noStrike">
              <a:solidFill>
                <a:srgbClr val="000000"/>
              </a:solidFill>
              <a:latin typeface="Arial"/>
            </a:endParaRPr>
          </a:p>
        </p:txBody>
      </p:sp>
      <p:sp>
        <p:nvSpPr>
          <p:cNvPr id="238" name="PlaceHolder 3"/>
          <p:cNvSpPr>
            <a:spLocks noGrp="1"/>
          </p:cNvSpPr>
          <p:nvPr>
            <p:ph type="sldNum" idx="3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BED80BF3-A7A0-43AE-8718-C70196B43C69}" type="slidenum">
              <a:rPr b="0" lang="en-US" sz="1400" spc="-1" strike="noStrike">
                <a:solidFill>
                  <a:srgbClr val="800080"/>
                </a:solidFill>
                <a:latin typeface="Times New Roman"/>
              </a:rPr>
              <a:t>10</a:t>
            </a:fld>
            <a:endParaRPr b="0" lang="en-HK" sz="1400" spc="-1" strike="noStrike">
              <a:latin typeface="Times New Roman"/>
            </a:endParaRPr>
          </a:p>
        </p:txBody>
      </p:sp>
      <p:sp>
        <p:nvSpPr>
          <p:cNvPr id="239" name="PlaceHolder 4"/>
          <p:cNvSpPr>
            <a:spLocks noGrp="1"/>
          </p:cNvSpPr>
          <p:nvPr>
            <p:ph type="ftr" idx="3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Lambdas (Java 8)  [optional]</a:t>
            </a:r>
            <a:endParaRPr b="0" lang="en-US" sz="3600" spc="-1" strike="noStrike">
              <a:solidFill>
                <a:srgbClr val="000000"/>
              </a:solidFill>
              <a:latin typeface="Times New Roman"/>
            </a:endParaRPr>
          </a:p>
        </p:txBody>
      </p:sp>
      <p:sp>
        <p:nvSpPr>
          <p:cNvPr id="241" name="PlaceHolder 2"/>
          <p:cNvSpPr>
            <a:spLocks noGrp="1"/>
          </p:cNvSpPr>
          <p:nvPr>
            <p:ph/>
          </p:nvPr>
        </p:nvSpPr>
        <p:spPr>
          <a:xfrm>
            <a:off x="685800" y="1600200"/>
            <a:ext cx="7772040" cy="4495320"/>
          </a:xfrm>
          <a:prstGeom prst="rect">
            <a:avLst/>
          </a:prstGeom>
          <a:noFill/>
          <a:ln w="0">
            <a:noFill/>
          </a:ln>
        </p:spPr>
        <p:txBody>
          <a:bodyPr numCol="1" spcCol="0" anchor="t">
            <a:normAutofit fontScale="98000"/>
          </a:bodyPr>
          <a:p>
            <a:pPr>
              <a:lnSpc>
                <a:spcPct val="100000"/>
              </a:lnSpc>
              <a:spcBef>
                <a:spcPts val="400"/>
              </a:spcBef>
              <a:buNone/>
              <a:tabLst>
                <a:tab algn="l" pos="0"/>
              </a:tabLst>
            </a:pPr>
            <a:r>
              <a:rPr b="0" lang="en-US" sz="2000" spc="-1" strike="noStrike">
                <a:solidFill>
                  <a:srgbClr val="000000"/>
                </a:solidFill>
                <a:latin typeface="Arial"/>
              </a:rPr>
              <a:t>Why create a complete class (anonymous or otherwise) if you just want to define a method to be called when a button is clicked?</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Java 8 provides </a:t>
            </a:r>
            <a:r>
              <a:rPr b="0" i="1" lang="en-US" sz="2000" spc="-1" strike="noStrike">
                <a:solidFill>
                  <a:srgbClr val="0000ff"/>
                </a:solidFill>
                <a:latin typeface="Arial"/>
              </a:rPr>
              <a:t>lambdas</a:t>
            </a:r>
            <a:r>
              <a:rPr b="0" lang="en-US" sz="2000" spc="-1" strike="noStrike">
                <a:solidFill>
                  <a:srgbClr val="0000ff"/>
                </a:solidFill>
                <a:latin typeface="Arial"/>
              </a:rPr>
              <a:t> </a:t>
            </a:r>
            <a:r>
              <a:rPr b="0" lang="en-US" sz="2000" spc="-1" strike="noStrike">
                <a:solidFill>
                  <a:srgbClr val="000000"/>
                </a:solidFill>
                <a:latin typeface="Arial"/>
              </a:rPr>
              <a:t>– anonymous methods – for situations like this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Limitation: a lambda is not a complete object, so if you want private state, constructors, etc., you want an anonymous or named class instead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Many other uses, especially with container classes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Feel free to use in your code </a:t>
            </a:r>
            <a:r>
              <a:rPr b="0" i="1" lang="en-US" sz="2000" spc="-1" strike="noStrike">
                <a:solidFill>
                  <a:srgbClr val="000000"/>
                </a:solidFill>
                <a:latin typeface="Arial"/>
              </a:rPr>
              <a:t>if</a:t>
            </a:r>
            <a:r>
              <a:rPr b="0" lang="en-US" sz="2000" spc="-1" strike="noStrike">
                <a:solidFill>
                  <a:srgbClr val="000000"/>
                </a:solidFill>
                <a:latin typeface="Arial"/>
              </a:rPr>
              <a:t> you understand what’s happening</a:t>
            </a:r>
            <a:endParaRPr b="0" lang="en-US" sz="20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gn="ctr">
              <a:lnSpc>
                <a:spcPct val="100000"/>
              </a:lnSpc>
              <a:spcBef>
                <a:spcPts val="479"/>
              </a:spcBef>
              <a:buNone/>
              <a:tabLst>
                <a:tab algn="l" pos="0"/>
              </a:tabLst>
            </a:pPr>
            <a:r>
              <a:rPr b="1" lang="en-US" sz="2400" spc="-1" strike="noStrike">
                <a:solidFill>
                  <a:srgbClr val="000000"/>
                </a:solidFill>
                <a:latin typeface="Courier New"/>
              </a:rPr>
              <a:t>ButtonDemo3.java</a:t>
            </a: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p:txBody>
      </p:sp>
      <p:sp>
        <p:nvSpPr>
          <p:cNvPr id="242" name="PlaceHolder 3"/>
          <p:cNvSpPr>
            <a:spLocks noGrp="1"/>
          </p:cNvSpPr>
          <p:nvPr>
            <p:ph type="ftr" idx="39"/>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
        <p:nvSpPr>
          <p:cNvPr id="243" name="PlaceHolder 4"/>
          <p:cNvSpPr>
            <a:spLocks noGrp="1"/>
          </p:cNvSpPr>
          <p:nvPr>
            <p:ph type="sldNum" idx="40"/>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1AAFC3F8-6172-4152-9B5B-69D5A952BABF}" type="slidenum">
              <a:rPr b="0" lang="en-US" sz="1400" spc="-1" strike="noStrike">
                <a:solidFill>
                  <a:srgbClr val="800080"/>
                </a:solidFill>
                <a:latin typeface="Times New Roman"/>
              </a:rPr>
              <a:t>&lt;number&gt;</a:t>
            </a:fld>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Program thread and UI thread</a:t>
            </a:r>
            <a:endParaRPr b="0" lang="en-US" sz="3600" spc="-1" strike="noStrike">
              <a:solidFill>
                <a:srgbClr val="000000"/>
              </a:solidFill>
              <a:latin typeface="Times New Roman"/>
            </a:endParaRPr>
          </a:p>
        </p:txBody>
      </p:sp>
      <p:sp>
        <p:nvSpPr>
          <p:cNvPr id="245" name="PlaceHolder 2"/>
          <p:cNvSpPr>
            <a:spLocks noGrp="1"/>
          </p:cNvSpPr>
          <p:nvPr>
            <p:ph/>
          </p:nvPr>
        </p:nvSpPr>
        <p:spPr>
          <a:xfrm>
            <a:off x="685800" y="1600200"/>
            <a:ext cx="7924320" cy="4495320"/>
          </a:xfrm>
          <a:prstGeom prst="rect">
            <a:avLst/>
          </a:prstGeom>
          <a:noFill/>
          <a:ln w="0">
            <a:noFill/>
          </a:ln>
        </p:spPr>
        <p:txBody>
          <a:bodyPr numCol="1" spcCol="0" anchor="t">
            <a:normAutofit/>
          </a:bodyPr>
          <a:p>
            <a:pPr>
              <a:lnSpc>
                <a:spcPct val="100000"/>
              </a:lnSpc>
              <a:spcBef>
                <a:spcPts val="400"/>
              </a:spcBef>
              <a:buNone/>
              <a:tabLst>
                <a:tab algn="l" pos="0"/>
              </a:tabLst>
            </a:pPr>
            <a:r>
              <a:rPr b="0" lang="en-US" sz="2000" spc="-1" strike="noStrike">
                <a:solidFill>
                  <a:srgbClr val="000000"/>
                </a:solidFill>
                <a:latin typeface="Arial"/>
              </a:rPr>
              <a:t>Recall that the program and user interface are running in separate, concurrent threads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All UI actions happen in the UI thread – </a:t>
            </a:r>
            <a:r>
              <a:rPr b="0" i="1" lang="en-US" sz="2000" spc="-1" strike="noStrike">
                <a:solidFill>
                  <a:srgbClr val="ff0000"/>
                </a:solidFill>
                <a:latin typeface="Arial"/>
              </a:rPr>
              <a:t>including callbacks</a:t>
            </a:r>
            <a:r>
              <a:rPr b="0" lang="en-US" sz="2000" spc="-1" strike="noStrike">
                <a:solidFill>
                  <a:srgbClr val="ff0000"/>
                </a:solidFill>
                <a:latin typeface="Arial"/>
              </a:rPr>
              <a:t> </a:t>
            </a:r>
            <a:r>
              <a:rPr b="0" lang="en-US" sz="2000" spc="-1" strike="noStrike">
                <a:solidFill>
                  <a:srgbClr val="000000"/>
                </a:solidFill>
                <a:latin typeface="Arial"/>
              </a:rPr>
              <a:t>like </a:t>
            </a:r>
            <a:r>
              <a:rPr b="1" lang="en-US" sz="2000" spc="-1" strike="noStrike">
                <a:solidFill>
                  <a:srgbClr val="000000"/>
                </a:solidFill>
                <a:latin typeface="Courier New"/>
              </a:rPr>
              <a:t>actionListener</a:t>
            </a:r>
            <a:r>
              <a:rPr b="0" lang="en-US" sz="2000" spc="-1" strike="noStrike">
                <a:solidFill>
                  <a:srgbClr val="000000"/>
                </a:solidFill>
                <a:latin typeface="Arial"/>
              </a:rPr>
              <a:t>  or </a:t>
            </a:r>
            <a:r>
              <a:rPr b="1" lang="en-US" sz="2000" spc="-1" strike="noStrike">
                <a:solidFill>
                  <a:srgbClr val="000000"/>
                </a:solidFill>
                <a:latin typeface="Courier New"/>
              </a:rPr>
              <a:t>paintComponent</a:t>
            </a:r>
            <a:r>
              <a:rPr b="0" lang="en-US" sz="2000" spc="-1" strike="noStrike">
                <a:solidFill>
                  <a:srgbClr val="000000"/>
                </a:solidFill>
                <a:latin typeface="Arial"/>
              </a:rPr>
              <a:t>, etc. defined in your code</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After event handling and related work, call </a:t>
            </a:r>
            <a:r>
              <a:rPr b="1" lang="en-US" sz="2000" spc="-1" strike="noStrike">
                <a:solidFill>
                  <a:srgbClr val="000000"/>
                </a:solidFill>
                <a:latin typeface="Courier New"/>
              </a:rPr>
              <a:t>repaint()</a:t>
            </a:r>
            <a:r>
              <a:rPr b="0" lang="en-US" sz="2000" spc="-1" strike="noStrike">
                <a:solidFill>
                  <a:srgbClr val="000000"/>
                </a:solidFill>
                <a:latin typeface="Arial"/>
              </a:rPr>
              <a:t> if </a:t>
            </a:r>
            <a:r>
              <a:rPr b="1" lang="en-US" sz="2000" spc="-1" strike="noStrike">
                <a:solidFill>
                  <a:srgbClr val="000000"/>
                </a:solidFill>
                <a:latin typeface="Courier New"/>
              </a:rPr>
              <a:t>paintComponent()</a:t>
            </a:r>
            <a:r>
              <a:rPr b="0" lang="en-US" sz="2000" spc="-1" strike="noStrike">
                <a:solidFill>
                  <a:srgbClr val="000000"/>
                </a:solidFill>
                <a:latin typeface="Arial"/>
              </a:rPr>
              <a:t> needs to run.  </a:t>
            </a:r>
            <a:r>
              <a:rPr b="1" lang="en-US" sz="2000" spc="-1" strike="noStrike">
                <a:solidFill>
                  <a:srgbClr val="ff0000"/>
                </a:solidFill>
                <a:latin typeface="Arial"/>
              </a:rPr>
              <a:t>Don’t</a:t>
            </a:r>
            <a:r>
              <a:rPr b="0" lang="en-US" sz="2000" spc="-1" strike="noStrike">
                <a:solidFill>
                  <a:srgbClr val="ff0000"/>
                </a:solidFill>
                <a:latin typeface="Arial"/>
              </a:rPr>
              <a:t> </a:t>
            </a:r>
            <a:r>
              <a:rPr b="0" lang="en-US" sz="2000" spc="-1" strike="noStrike">
                <a:solidFill>
                  <a:srgbClr val="000000"/>
                </a:solidFill>
                <a:latin typeface="Arial"/>
              </a:rPr>
              <a:t>try to draw anything from inside the event handler itself (as in </a:t>
            </a:r>
            <a:r>
              <a:rPr b="1" i="1" lang="en-US" sz="2000" spc="-1" strike="noStrike">
                <a:solidFill>
                  <a:srgbClr val="ff0000"/>
                </a:solidFill>
                <a:latin typeface="Arial"/>
              </a:rPr>
              <a:t>you must not do this!!!</a:t>
            </a:r>
            <a:r>
              <a:rPr b="0" lang="en-US" sz="2000" spc="-1" strike="noStrike">
                <a:solidFill>
                  <a:srgbClr val="000000"/>
                </a:solidFill>
                <a:latin typeface="Arial"/>
              </a:rPr>
              <a:t>)</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marL="399960">
              <a:lnSpc>
                <a:spcPct val="100000"/>
              </a:lnSpc>
              <a:spcBef>
                <a:spcPts val="400"/>
              </a:spcBef>
              <a:buNone/>
              <a:tabLst>
                <a:tab algn="l" pos="0"/>
              </a:tabLst>
            </a:pPr>
            <a:r>
              <a:rPr b="0" lang="en-US" sz="2000" spc="-1" strike="noStrike">
                <a:solidFill>
                  <a:srgbClr val="000000"/>
                </a:solidFill>
                <a:latin typeface="Arial"/>
              </a:rPr>
              <a:t>Remember that </a:t>
            </a:r>
            <a:r>
              <a:rPr b="1" lang="en-US" sz="2000" spc="-1" strike="noStrike">
                <a:solidFill>
                  <a:srgbClr val="000000"/>
                </a:solidFill>
                <a:latin typeface="Courier New"/>
              </a:rPr>
              <a:t>paintComponent</a:t>
            </a:r>
            <a:r>
              <a:rPr b="0" lang="en-US" sz="2000" spc="-1" strike="noStrike">
                <a:solidFill>
                  <a:srgbClr val="000000"/>
                </a:solidFill>
                <a:latin typeface="Arial"/>
              </a:rPr>
              <a:t> must be able to do its job whenever the window manager calls it – so any data it needs to render must be prepared in advance</a:t>
            </a:r>
            <a:endParaRPr b="0" lang="en-US" sz="2000" spc="-1" strike="noStrike">
              <a:solidFill>
                <a:srgbClr val="000000"/>
              </a:solidFill>
              <a:latin typeface="Arial"/>
            </a:endParaRPr>
          </a:p>
        </p:txBody>
      </p:sp>
      <p:sp>
        <p:nvSpPr>
          <p:cNvPr id="246" name="PlaceHolder 3"/>
          <p:cNvSpPr>
            <a:spLocks noGrp="1"/>
          </p:cNvSpPr>
          <p:nvPr>
            <p:ph type="ftr" idx="41"/>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
        <p:nvSpPr>
          <p:cNvPr id="247" name="PlaceHolder 4"/>
          <p:cNvSpPr>
            <a:spLocks noGrp="1"/>
          </p:cNvSpPr>
          <p:nvPr>
            <p:ph type="sldNum" idx="42"/>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348660C8-B6DD-448B-B502-EA43ACAC1DBA}" type="slidenum">
              <a:rPr b="0" lang="en-US" sz="1400" spc="-1" strike="noStrike">
                <a:solidFill>
                  <a:srgbClr val="800080"/>
                </a:solidFill>
                <a:latin typeface="Times New Roman"/>
              </a:rPr>
              <a:t>&lt;number&gt;</a:t>
            </a:fld>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 handling and repainting</a:t>
            </a:r>
            <a:endParaRPr b="0" lang="en-US" sz="3600" spc="-1" strike="noStrike">
              <a:solidFill>
                <a:srgbClr val="000000"/>
              </a:solidFill>
              <a:latin typeface="Times New Roman"/>
            </a:endParaRPr>
          </a:p>
        </p:txBody>
      </p:sp>
      <p:sp>
        <p:nvSpPr>
          <p:cNvPr id="249" name="PlaceHolder 2"/>
          <p:cNvSpPr>
            <a:spLocks noGrp="1"/>
          </p:cNvSpPr>
          <p:nvPr>
            <p:ph type="sldNum" idx="43"/>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5CBE503A-2528-482E-BA2E-2C7688C7CB93}" type="slidenum">
              <a:rPr b="0" lang="en-US" sz="1400" spc="-1" strike="noStrike">
                <a:solidFill>
                  <a:srgbClr val="800080"/>
                </a:solidFill>
                <a:latin typeface="Times New Roman"/>
              </a:rPr>
              <a:t>&lt;number&gt;</a:t>
            </a:fld>
            <a:endParaRPr b="0" lang="en-HK" sz="1400" spc="-1" strike="noStrike">
              <a:latin typeface="Times New Roman"/>
            </a:endParaRPr>
          </a:p>
        </p:txBody>
      </p:sp>
      <p:sp>
        <p:nvSpPr>
          <p:cNvPr id="250" name="Straight Arrow Connector 5"/>
          <p:cNvSpPr/>
          <p:nvPr/>
        </p:nvSpPr>
        <p:spPr>
          <a:xfrm>
            <a:off x="990720" y="2133720"/>
            <a:ext cx="360" cy="4114440"/>
          </a:xfrm>
          <a:custGeom>
            <a:avLst/>
            <a:gdLst/>
            <a:ahLst/>
            <a:rect l="l" t="t" r="r" b="b"/>
            <a:pathLst>
              <a:path w="21600" h="21600">
                <a:moveTo>
                  <a:pt x="0" y="0"/>
                </a:moveTo>
                <a:lnTo>
                  <a:pt x="21600" y="21600"/>
                </a:lnTo>
              </a:path>
            </a:pathLst>
          </a:custGeom>
          <a:noFill/>
          <a:ln>
            <a:solidFill>
              <a:srgbClr val="008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1" name="Straight Arrow Connector 6"/>
          <p:cNvSpPr/>
          <p:nvPr/>
        </p:nvSpPr>
        <p:spPr>
          <a:xfrm>
            <a:off x="5105520" y="2133720"/>
            <a:ext cx="360" cy="411444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2" name="TextBox 7"/>
          <p:cNvSpPr/>
          <p:nvPr/>
        </p:nvSpPr>
        <p:spPr>
          <a:xfrm>
            <a:off x="386280" y="1523880"/>
            <a:ext cx="121572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2400" spc="-1" strike="noStrike">
                <a:solidFill>
                  <a:srgbClr val="009900"/>
                </a:solidFill>
                <a:latin typeface="Times New Roman"/>
              </a:rPr>
              <a:t>program</a:t>
            </a:r>
            <a:endParaRPr b="0" lang="en-HK" sz="2400" spc="-1" strike="noStrike">
              <a:latin typeface="Arial"/>
            </a:endParaRPr>
          </a:p>
        </p:txBody>
      </p:sp>
      <p:sp>
        <p:nvSpPr>
          <p:cNvPr id="253" name="TextBox 8"/>
          <p:cNvSpPr/>
          <p:nvPr/>
        </p:nvSpPr>
        <p:spPr>
          <a:xfrm>
            <a:off x="3655080" y="1523880"/>
            <a:ext cx="289224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2400" spc="-1" strike="noStrike">
                <a:solidFill>
                  <a:srgbClr val="ff0000"/>
                </a:solidFill>
                <a:latin typeface="Times New Roman"/>
              </a:rPr>
              <a:t>window manager (UI)</a:t>
            </a:r>
            <a:endParaRPr b="0" lang="en-HK" sz="2400" spc="-1" strike="noStrike">
              <a:latin typeface="Arial"/>
            </a:endParaRPr>
          </a:p>
        </p:txBody>
      </p:sp>
      <p:grpSp>
        <p:nvGrpSpPr>
          <p:cNvPr id="254" name="Group 9"/>
          <p:cNvGrpSpPr/>
          <p:nvPr/>
        </p:nvGrpSpPr>
        <p:grpSpPr>
          <a:xfrm>
            <a:off x="990720" y="3500640"/>
            <a:ext cx="4114440" cy="537480"/>
            <a:chOff x="990720" y="3500640"/>
            <a:chExt cx="4114440" cy="537480"/>
          </a:xfrm>
        </p:grpSpPr>
        <p:sp>
          <p:nvSpPr>
            <p:cNvPr id="255" name="Straight Arrow Connector 10"/>
            <p:cNvSpPr/>
            <p:nvPr/>
          </p:nvSpPr>
          <p:spPr>
            <a:xfrm>
              <a:off x="990720" y="3886200"/>
              <a:ext cx="4114440" cy="151920"/>
            </a:xfrm>
            <a:custGeom>
              <a:avLst/>
              <a:gdLst/>
              <a:ahLst/>
              <a:rect l="l" t="t" r="r" b="b"/>
              <a:pathLst>
                <a:path w="21600" h="21600">
                  <a:moveTo>
                    <a:pt x="0" y="0"/>
                  </a:moveTo>
                  <a:lnTo>
                    <a:pt x="21600" y="21600"/>
                  </a:lnTo>
                </a:path>
              </a:pathLst>
            </a:custGeom>
            <a:noFill/>
            <a:ln>
              <a:solidFill>
                <a:srgbClr val="008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6" name="TextBox 13"/>
            <p:cNvSpPr/>
            <p:nvPr/>
          </p:nvSpPr>
          <p:spPr>
            <a:xfrm>
              <a:off x="1972800" y="3500640"/>
              <a:ext cx="182700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2400" spc="-1" strike="noStrike">
                  <a:solidFill>
                    <a:srgbClr val="009900"/>
                  </a:solidFill>
                  <a:latin typeface="Courier New"/>
                </a:rPr>
                <a:t>repaint()</a:t>
              </a:r>
              <a:endParaRPr b="0" lang="en-HK" sz="2400" spc="-1" strike="noStrike">
                <a:latin typeface="Arial"/>
              </a:endParaRPr>
            </a:p>
          </p:txBody>
        </p:sp>
      </p:grpSp>
      <p:sp>
        <p:nvSpPr>
          <p:cNvPr id="257" name="Straight Arrow Connector 14"/>
          <p:cNvSpPr/>
          <p:nvPr/>
        </p:nvSpPr>
        <p:spPr>
          <a:xfrm flipH="1">
            <a:off x="990000" y="4038480"/>
            <a:ext cx="4114440" cy="151920"/>
          </a:xfrm>
          <a:custGeom>
            <a:avLst/>
            <a:gdLst/>
            <a:ahLst/>
            <a:rect l="l" t="t" r="r" b="b"/>
            <a:pathLst>
              <a:path w="21600" h="21600">
                <a:moveTo>
                  <a:pt x="0" y="0"/>
                </a:moveTo>
                <a:lnTo>
                  <a:pt x="21600" y="21600"/>
                </a:lnTo>
              </a:path>
            </a:pathLst>
          </a:custGeom>
          <a:noFill/>
          <a:ln>
            <a:solidFill>
              <a:srgbClr val="008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8" name="Straight Arrow Connector 18"/>
          <p:cNvSpPr/>
          <p:nvPr/>
        </p:nvSpPr>
        <p:spPr>
          <a:xfrm>
            <a:off x="990720" y="5486400"/>
            <a:ext cx="4114440" cy="30456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nvGrpSpPr>
          <p:cNvPr id="259" name="Group 12"/>
          <p:cNvGrpSpPr/>
          <p:nvPr/>
        </p:nvGrpSpPr>
        <p:grpSpPr>
          <a:xfrm>
            <a:off x="990360" y="4419720"/>
            <a:ext cx="4114440" cy="1066680"/>
            <a:chOff x="990360" y="4419720"/>
            <a:chExt cx="4114440" cy="1066680"/>
          </a:xfrm>
        </p:grpSpPr>
        <p:sp>
          <p:nvSpPr>
            <p:cNvPr id="260" name="Straight Arrow Connector 17"/>
            <p:cNvSpPr/>
            <p:nvPr/>
          </p:nvSpPr>
          <p:spPr>
            <a:xfrm flipH="1">
              <a:off x="990000" y="4800600"/>
              <a:ext cx="4114440" cy="22824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61" name="TextBox 19"/>
            <p:cNvSpPr/>
            <p:nvPr/>
          </p:nvSpPr>
          <p:spPr>
            <a:xfrm>
              <a:off x="1393560" y="4419720"/>
              <a:ext cx="329004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2400" spc="-1" strike="noStrike">
                  <a:solidFill>
                    <a:srgbClr val="ff0000"/>
                  </a:solidFill>
                  <a:latin typeface="Courier New"/>
                </a:rPr>
                <a:t>paintComponent(g)</a:t>
              </a:r>
              <a:endParaRPr b="0" lang="en-HK" sz="2400" spc="-1" strike="noStrike">
                <a:latin typeface="Arial"/>
              </a:endParaRPr>
            </a:p>
          </p:txBody>
        </p:sp>
        <p:sp>
          <p:nvSpPr>
            <p:cNvPr id="262" name="Straight Connector 21"/>
            <p:cNvSpPr/>
            <p:nvPr/>
          </p:nvSpPr>
          <p:spPr>
            <a:xfrm>
              <a:off x="1011240" y="5029200"/>
              <a:ext cx="360" cy="457200"/>
            </a:xfrm>
            <a:prstGeom prst="line">
              <a:avLst/>
            </a:prstGeom>
            <a:ln>
              <a:solidFill>
                <a:srgbClr val="ff0000"/>
              </a:solidFill>
              <a:round/>
            </a:ln>
          </p:spPr>
          <p:style>
            <a:lnRef idx="2">
              <a:schemeClr val="accent1"/>
            </a:lnRef>
            <a:fillRef idx="0">
              <a:schemeClr val="accent1"/>
            </a:fillRef>
            <a:effectRef idx="1">
              <a:schemeClr val="accent1"/>
            </a:effectRef>
            <a:fontRef idx="minor"/>
          </p:style>
        </p:sp>
      </p:grpSp>
      <p:sp>
        <p:nvSpPr>
          <p:cNvPr id="263" name="TextBox 22"/>
          <p:cNvSpPr/>
          <p:nvPr/>
        </p:nvSpPr>
        <p:spPr>
          <a:xfrm>
            <a:off x="5562720" y="2133720"/>
            <a:ext cx="3352320" cy="4038120"/>
          </a:xfrm>
          <a:prstGeom prst="rect">
            <a:avLst/>
          </a:prstGeom>
          <a:noFill/>
          <a:ln w="0">
            <a:solidFill>
              <a:srgbClr val="009900"/>
            </a:solidFill>
          </a:ln>
        </p:spPr>
        <p:style>
          <a:lnRef idx="0"/>
          <a:fillRef idx="0"/>
          <a:effectRef idx="0"/>
          <a:fontRef idx="minor"/>
        </p:style>
        <p:txBody>
          <a:bodyPr lIns="90000" rIns="90000" tIns="45000" bIns="45000" anchor="t">
            <a:normAutofit fontScale="90000"/>
          </a:bodyPr>
          <a:p>
            <a:pPr>
              <a:lnSpc>
                <a:spcPct val="100000"/>
              </a:lnSpc>
              <a:buNone/>
            </a:pPr>
            <a:r>
              <a:rPr b="0" lang="en-US" sz="2400" spc="-1" strike="noStrike">
                <a:solidFill>
                  <a:srgbClr val="000000"/>
                </a:solidFill>
                <a:latin typeface="Times New Roman"/>
              </a:rPr>
              <a:t>Remember: your program and the window manager are running concurrently:</a:t>
            </a:r>
            <a:endParaRPr b="0" lang="en-HK" sz="2400" spc="-1" strike="noStrike">
              <a:latin typeface="Arial"/>
            </a:endParaRPr>
          </a:p>
          <a:p>
            <a:pPr>
              <a:lnSpc>
                <a:spcPct val="100000"/>
              </a:lnSpc>
              <a:buNone/>
            </a:pPr>
            <a:endParaRPr b="0" lang="en-HK" sz="2400" spc="-1" strike="noStrike">
              <a:latin typeface="Arial"/>
            </a:endParaRPr>
          </a:p>
          <a:p>
            <a:pPr marL="343080" indent="-343080">
              <a:lnSpc>
                <a:spcPct val="100000"/>
              </a:lnSpc>
              <a:buClr>
                <a:srgbClr val="009900"/>
              </a:buClr>
              <a:buFont typeface="Arial"/>
              <a:buChar char="•"/>
            </a:pPr>
            <a:r>
              <a:rPr b="0" lang="en-US" sz="2400" spc="-1" strike="noStrike">
                <a:solidFill>
                  <a:srgbClr val="009900"/>
                </a:solidFill>
                <a:latin typeface="Times New Roman"/>
              </a:rPr>
              <a:t>Program thread</a:t>
            </a:r>
            <a:endParaRPr b="0" lang="en-HK" sz="2400" spc="-1" strike="noStrike">
              <a:latin typeface="Arial"/>
            </a:endParaRPr>
          </a:p>
          <a:p>
            <a:pPr marL="343080" indent="-343080">
              <a:lnSpc>
                <a:spcPct val="100000"/>
              </a:lnSpc>
              <a:buClr>
                <a:srgbClr val="ff0000"/>
              </a:buClr>
              <a:buFont typeface="Arial"/>
              <a:buChar char="•"/>
            </a:pPr>
            <a:r>
              <a:rPr b="0" lang="en-US" sz="2400" spc="-1" strike="noStrike">
                <a:solidFill>
                  <a:srgbClr val="ff0000"/>
                </a:solidFill>
                <a:latin typeface="Times New Roman"/>
              </a:rPr>
              <a:t>User Interface thread</a:t>
            </a:r>
            <a:endParaRPr b="0" lang="en-HK" sz="2400" spc="-1" strike="noStrike">
              <a:latin typeface="Arial"/>
            </a:endParaRPr>
          </a:p>
          <a:p>
            <a:pPr>
              <a:lnSpc>
                <a:spcPct val="100000"/>
              </a:lnSpc>
              <a:buNone/>
            </a:pPr>
            <a:endParaRPr b="0" lang="en-HK" sz="2400" spc="-1" strike="noStrike">
              <a:latin typeface="Arial"/>
            </a:endParaRPr>
          </a:p>
          <a:p>
            <a:pPr>
              <a:lnSpc>
                <a:spcPct val="100000"/>
              </a:lnSpc>
              <a:buNone/>
            </a:pPr>
            <a:r>
              <a:rPr b="0" lang="en-US" sz="2400" spc="-1" strike="noStrike">
                <a:solidFill>
                  <a:srgbClr val="000000"/>
                </a:solidFill>
                <a:latin typeface="Times New Roman"/>
              </a:rPr>
              <a:t>It’s ok to call </a:t>
            </a:r>
            <a:r>
              <a:rPr b="1" lang="en-US" sz="2400" spc="-1" strike="noStrike">
                <a:solidFill>
                  <a:srgbClr val="000000"/>
                </a:solidFill>
                <a:latin typeface="Courier New"/>
              </a:rPr>
              <a:t>repaint</a:t>
            </a:r>
            <a:r>
              <a:rPr b="0" lang="en-US" sz="2400" spc="-1" strike="noStrike">
                <a:solidFill>
                  <a:srgbClr val="000000"/>
                </a:solidFill>
                <a:latin typeface="Times New Roman"/>
              </a:rPr>
              <a:t> from an event handler, but </a:t>
            </a:r>
            <a:r>
              <a:rPr b="1" i="1" lang="en-US" sz="2400" spc="-1" strike="noStrike">
                <a:solidFill>
                  <a:srgbClr val="ff6600"/>
                </a:solidFill>
                <a:latin typeface="Times New Roman"/>
              </a:rPr>
              <a:t>never</a:t>
            </a:r>
            <a:r>
              <a:rPr b="1" lang="en-US" sz="2400" spc="-1" strike="noStrike">
                <a:solidFill>
                  <a:srgbClr val="ff6600"/>
                </a:solidFill>
                <a:latin typeface="Times New Roman"/>
              </a:rPr>
              <a:t> call </a:t>
            </a:r>
            <a:r>
              <a:rPr b="1" lang="en-US" sz="2400" spc="-1" strike="noStrike">
                <a:solidFill>
                  <a:srgbClr val="ff6600"/>
                </a:solidFill>
                <a:latin typeface="Courier New"/>
              </a:rPr>
              <a:t>paintComponent</a:t>
            </a:r>
            <a:r>
              <a:rPr b="1" lang="en-US" sz="2400" spc="-1" strike="noStrike">
                <a:solidFill>
                  <a:srgbClr val="ff6600"/>
                </a:solidFill>
                <a:latin typeface="Times New Roman"/>
              </a:rPr>
              <a:t> yourself </a:t>
            </a:r>
            <a:r>
              <a:rPr b="0" lang="en-US" sz="2400" spc="-1" strike="noStrike">
                <a:solidFill>
                  <a:srgbClr val="000000"/>
                </a:solidFill>
                <a:latin typeface="Times New Roman"/>
              </a:rPr>
              <a:t>from either thread.</a:t>
            </a:r>
            <a:endParaRPr b="0" lang="en-HK" sz="2400" spc="-1" strike="noStrike">
              <a:latin typeface="Arial"/>
            </a:endParaRPr>
          </a:p>
        </p:txBody>
      </p:sp>
      <p:sp>
        <p:nvSpPr>
          <p:cNvPr id="264" name="Straight Arrow Connector 23"/>
          <p:cNvSpPr/>
          <p:nvPr/>
        </p:nvSpPr>
        <p:spPr>
          <a:xfrm>
            <a:off x="990720" y="3200400"/>
            <a:ext cx="4114440" cy="30456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nvGrpSpPr>
          <p:cNvPr id="265" name="Group 4"/>
          <p:cNvGrpSpPr/>
          <p:nvPr/>
        </p:nvGrpSpPr>
        <p:grpSpPr>
          <a:xfrm>
            <a:off x="990360" y="2209680"/>
            <a:ext cx="4114440" cy="995040"/>
            <a:chOff x="990360" y="2209680"/>
            <a:chExt cx="4114440" cy="995040"/>
          </a:xfrm>
        </p:grpSpPr>
        <p:sp>
          <p:nvSpPr>
            <p:cNvPr id="266" name="Straight Arrow Connector 20"/>
            <p:cNvSpPr/>
            <p:nvPr/>
          </p:nvSpPr>
          <p:spPr>
            <a:xfrm flipH="1">
              <a:off x="990000" y="2595240"/>
              <a:ext cx="4114440" cy="22824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67" name="TextBox 24"/>
            <p:cNvSpPr/>
            <p:nvPr/>
          </p:nvSpPr>
          <p:spPr>
            <a:xfrm>
              <a:off x="1302480" y="2209680"/>
              <a:ext cx="347292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2400" spc="-1" strike="noStrike">
                  <a:solidFill>
                    <a:srgbClr val="ff0000"/>
                  </a:solidFill>
                  <a:latin typeface="Courier New"/>
                </a:rPr>
                <a:t>actionPerformed(e)</a:t>
              </a:r>
              <a:endParaRPr b="0" lang="en-HK" sz="2400" spc="-1" strike="noStrike">
                <a:latin typeface="Arial"/>
              </a:endParaRPr>
            </a:p>
          </p:txBody>
        </p:sp>
        <p:sp>
          <p:nvSpPr>
            <p:cNvPr id="268" name="Straight Connector 25"/>
            <p:cNvSpPr/>
            <p:nvPr/>
          </p:nvSpPr>
          <p:spPr>
            <a:xfrm>
              <a:off x="1011240" y="2819160"/>
              <a:ext cx="360" cy="385560"/>
            </a:xfrm>
            <a:prstGeom prst="line">
              <a:avLst/>
            </a:prstGeom>
            <a:ln>
              <a:solidFill>
                <a:srgbClr val="ff0000"/>
              </a:solidFill>
              <a:round/>
            </a:ln>
          </p:spPr>
          <p:style>
            <a:lnRef idx="2">
              <a:schemeClr val="accent1"/>
            </a:lnRef>
            <a:fillRef idx="0">
              <a:schemeClr val="accent1"/>
            </a:fillRef>
            <a:effectRef idx="1">
              <a:schemeClr val="accent1"/>
            </a:effectRef>
            <a:fontRef idx="minor"/>
          </p:style>
        </p:sp>
      </p:grpSp>
      <p:sp>
        <p:nvSpPr>
          <p:cNvPr id="269" name="PlaceHolder 3"/>
          <p:cNvSpPr>
            <a:spLocks noGrp="1"/>
          </p:cNvSpPr>
          <p:nvPr>
            <p:ph type="ftr" idx="44"/>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timing>
    <p:tnLst>
      <p:par>
        <p:cTn id="29" dur="indefinite" restart="never" nodeType="tmRoot">
          <p:childTnLst>
            <p:seq>
              <p:cTn id="30" dur="indefinite" nodeType="mainSeq">
                <p:childTnLst>
                  <p:par>
                    <p:cTn id="31" fill="hold">
                      <p:stCondLst>
                        <p:cond delay="indefinite"/>
                      </p:stCondLst>
                      <p:childTnLst>
                        <p:par>
                          <p:cTn id="32" fill="hold">
                            <p:stCondLst>
                              <p:cond delay="0"/>
                            </p:stCondLst>
                            <p:childTnLst>
                              <p:par>
                                <p:cTn id="33" nodeType="clickEffect" fill="hold" presetClass="entr" presetID="1">
                                  <p:stCondLst>
                                    <p:cond delay="0"/>
                                  </p:stCondLst>
                                  <p:childTnLst>
                                    <p:set>
                                      <p:cBhvr>
                                        <p:cTn id="34" dur="1" fill="hold">
                                          <p:stCondLst>
                                            <p:cond delay="0"/>
                                          </p:stCondLst>
                                        </p:cTn>
                                        <p:tgtEl>
                                          <p:spTgt spid="26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nodeType="clickEffect" fill="hold" presetClass="entr" presetID="1">
                                  <p:stCondLst>
                                    <p:cond delay="0"/>
                                  </p:stCondLst>
                                  <p:childTnLst>
                                    <p:set>
                                      <p:cBhvr>
                                        <p:cTn id="38" dur="1" fill="hold">
                                          <p:stCondLst>
                                            <p:cond delay="0"/>
                                          </p:stCondLst>
                                        </p:cTn>
                                        <p:tgtEl>
                                          <p:spTgt spid="26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nodeType="clickEffect" fill="hold" presetClass="entr" presetID="1">
                                  <p:stCondLst>
                                    <p:cond delay="0"/>
                                  </p:stCondLst>
                                  <p:childTnLst>
                                    <p:set>
                                      <p:cBhvr>
                                        <p:cTn id="42" dur="1" fill="hold">
                                          <p:stCondLst>
                                            <p:cond delay="0"/>
                                          </p:stCondLst>
                                        </p:cTn>
                                        <p:tgtEl>
                                          <p:spTgt spid="25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25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nodeType="clickEffect" fill="hold" presetClass="entr" presetID="1">
                                  <p:stCondLst>
                                    <p:cond delay="0"/>
                                  </p:stCondLst>
                                  <p:childTnLst>
                                    <p:set>
                                      <p:cBhvr>
                                        <p:cTn id="50" dur="1" fill="hold">
                                          <p:stCondLst>
                                            <p:cond delay="0"/>
                                          </p:stCondLst>
                                        </p:cTn>
                                        <p:tgtEl>
                                          <p:spTgt spid="25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nodeType="clickEffect" fill="hold" presetClass="entr" presetID="1">
                                  <p:stCondLst>
                                    <p:cond delay="0"/>
                                  </p:stCondLst>
                                  <p:childTnLst>
                                    <p:set>
                                      <p:cBhvr>
                                        <p:cTn id="54" dur="1" fill="hold">
                                          <p:stCondLst>
                                            <p:cond delay="0"/>
                                          </p:stCondLst>
                                        </p:cTn>
                                        <p:tgtEl>
                                          <p:spTgt spid="25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nodeType="clickEffect" fill="hold" presetClass="entr" presetID="1">
                                  <p:stCondLst>
                                    <p:cond delay="0"/>
                                  </p:stCondLst>
                                  <p:childTnLst>
                                    <p:set>
                                      <p:cBhvr>
                                        <p:cTn id="58" dur="1" fill="hold">
                                          <p:stCondLst>
                                            <p:cond delay="0"/>
                                          </p:stCondLst>
                                        </p:cTn>
                                        <p:tgtEl>
                                          <p:spTgt spid="2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Working in the UI thread</a:t>
            </a:r>
            <a:endParaRPr b="0" lang="en-US" sz="3600" spc="-1" strike="noStrike">
              <a:solidFill>
                <a:srgbClr val="000000"/>
              </a:solidFill>
              <a:latin typeface="Times New Roman"/>
            </a:endParaRPr>
          </a:p>
        </p:txBody>
      </p:sp>
      <p:sp>
        <p:nvSpPr>
          <p:cNvPr id="271"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Event handlers should not do a lot of work</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If the event handler does a lot of computing, the user interface will appear to freeze up</a:t>
            </a:r>
            <a:endParaRPr b="0" lang="en-US" sz="2000" spc="-1" strike="noStrike">
              <a:solidFill>
                <a:srgbClr val="000000"/>
              </a:solidFill>
              <a:latin typeface="Arial"/>
            </a:endParaRPr>
          </a:p>
          <a:p>
            <a:pPr lvl="2" marL="1143000" indent="-22860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(Why?)</a:t>
            </a:r>
            <a:endParaRPr b="0" lang="en-US" sz="2000" spc="-1" strike="noStrike">
              <a:solidFill>
                <a:srgbClr val="000000"/>
              </a:solidFill>
              <a:latin typeface="Arial"/>
            </a:endParaRPr>
          </a:p>
          <a:p>
            <a:pPr marL="457200">
              <a:lnSpc>
                <a:spcPct val="100000"/>
              </a:lnSpc>
              <a:spcBef>
                <a:spcPts val="400"/>
              </a:spcBef>
              <a:buNone/>
              <a:tabLst>
                <a:tab algn="l" pos="0"/>
              </a:tabLst>
            </a:pP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If there’s lots to do, the event handler should set a bit that the program thread will notice.  Do the heavy work back in the program thread.</a:t>
            </a:r>
            <a:endParaRPr b="0" lang="en-US" sz="2000" spc="-1" strike="noStrike">
              <a:solidFill>
                <a:srgbClr val="000000"/>
              </a:solidFill>
              <a:latin typeface="Arial"/>
            </a:endParaRPr>
          </a:p>
          <a:p>
            <a:pPr lvl="2" marL="1143000" indent="-22860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(Don’t worry – finding a path for campus maps should be fast enough to do in the UI thread)</a:t>
            </a:r>
            <a:endParaRPr b="0" lang="en-US" sz="2000" spc="-1" strike="noStrike">
              <a:solidFill>
                <a:srgbClr val="000000"/>
              </a:solidFill>
              <a:latin typeface="Arial"/>
            </a:endParaRPr>
          </a:p>
        </p:txBody>
      </p:sp>
      <p:sp>
        <p:nvSpPr>
          <p:cNvPr id="272" name="PlaceHolder 3"/>
          <p:cNvSpPr>
            <a:spLocks noGrp="1"/>
          </p:cNvSpPr>
          <p:nvPr>
            <p:ph type="ftr" idx="45"/>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
        <p:nvSpPr>
          <p:cNvPr id="5" name="PlaceHolder 4"/>
          <p:cNvSpPr>
            <a:spLocks noGrp="1"/>
          </p:cNvSpPr>
          <p:nvPr>
            <p:ph type="sldNum" idx="6"/>
          </p:nvPr>
        </p:nvSpPr>
        <p:spPr/>
        <p:txBody>
          <a:bodyPr/>
          <a:p>
            <a:fld id="{A173C715-6156-45AF-ADAB-3F81D51BD1E9}"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Synchronization issues?</a:t>
            </a:r>
            <a:endParaRPr b="0" lang="en-US" sz="3600" spc="-1" strike="noStrike">
              <a:solidFill>
                <a:srgbClr val="000000"/>
              </a:solidFill>
              <a:latin typeface="Times New Roman"/>
            </a:endParaRPr>
          </a:p>
        </p:txBody>
      </p:sp>
      <p:sp>
        <p:nvSpPr>
          <p:cNvPr id="274" name="PlaceHolder 2"/>
          <p:cNvSpPr>
            <a:spLocks noGrp="1"/>
          </p:cNvSpPr>
          <p:nvPr>
            <p:ph/>
          </p:nvPr>
        </p:nvSpPr>
        <p:spPr>
          <a:xfrm>
            <a:off x="685800" y="1523880"/>
            <a:ext cx="7772040" cy="5028840"/>
          </a:xfrm>
          <a:prstGeom prst="rect">
            <a:avLst/>
          </a:prstGeom>
          <a:noFill/>
          <a:ln w="0">
            <a:noFill/>
          </a:ln>
        </p:spPr>
        <p:txBody>
          <a:bodyPr numCol="1" spcCol="0" anchor="t">
            <a:normAutofit fontScale="93000"/>
          </a:bodyPr>
          <a:p>
            <a:pPr>
              <a:lnSpc>
                <a:spcPct val="100000"/>
              </a:lnSpc>
              <a:spcBef>
                <a:spcPts val="400"/>
              </a:spcBef>
              <a:buNone/>
              <a:tabLst>
                <a:tab algn="l" pos="0"/>
              </a:tabLst>
            </a:pPr>
            <a:r>
              <a:rPr b="0" lang="en-US" sz="2000" spc="-1" strike="noStrike">
                <a:solidFill>
                  <a:srgbClr val="000000"/>
                </a:solidFill>
                <a:latin typeface="Arial"/>
              </a:rPr>
              <a:t>Yes, there can be synchronization problems </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(cf. CSE332, CSE451, CSE452, …)</a:t>
            </a: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Not generally an issue in well-behaved programs, but can happen</a:t>
            </a: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Advice:</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Keep event handling short</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Call </a:t>
            </a:r>
            <a:r>
              <a:rPr b="1" lang="en-US" sz="2000" spc="-1" strike="noStrike">
                <a:solidFill>
                  <a:srgbClr val="000000"/>
                </a:solidFill>
                <a:latin typeface="Courier New"/>
              </a:rPr>
              <a:t>repaint</a:t>
            </a:r>
            <a:r>
              <a:rPr b="0" lang="en-US" sz="2000" spc="-1" strike="noStrike">
                <a:solidFill>
                  <a:srgbClr val="000000"/>
                </a:solidFill>
                <a:latin typeface="Arial"/>
              </a:rPr>
              <a:t> when data is ready, not when only partially updated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Don’t update data in the UI and program threads at the same time (particularly for complex data)</a:t>
            </a:r>
            <a:endParaRPr b="0" lang="en-US" sz="2000" spc="-1" strike="noStrike">
              <a:solidFill>
                <a:srgbClr val="000000"/>
              </a:solidFill>
              <a:latin typeface="Arial"/>
            </a:endParaRPr>
          </a:p>
          <a:p>
            <a:pPr lvl="1" marL="743040" indent="-285840">
              <a:lnSpc>
                <a:spcPct val="100000"/>
              </a:lnSpc>
              <a:spcBef>
                <a:spcPts val="400"/>
              </a:spcBef>
              <a:buClr>
                <a:srgbClr val="c00000"/>
              </a:buClr>
              <a:buFont typeface="Symbol" charset="2"/>
              <a:buChar char=""/>
              <a:tabLst>
                <a:tab algn="l" pos="0"/>
              </a:tabLst>
            </a:pPr>
            <a:r>
              <a:rPr b="0" lang="en-US" sz="2000" spc="-1" strike="noStrike">
                <a:solidFill>
                  <a:srgbClr val="c00000"/>
                </a:solidFill>
                <a:latin typeface="Arial"/>
              </a:rPr>
              <a:t>Never </a:t>
            </a:r>
            <a:r>
              <a:rPr b="0" lang="en-US" sz="2000" spc="-1" strike="noStrike">
                <a:solidFill>
                  <a:srgbClr val="000000"/>
                </a:solidFill>
                <a:latin typeface="Arial"/>
              </a:rPr>
              <a:t>call </a:t>
            </a:r>
            <a:r>
              <a:rPr b="1" lang="en-US" sz="2000" spc="-1" strike="noStrike">
                <a:solidFill>
                  <a:srgbClr val="000000"/>
                </a:solidFill>
                <a:latin typeface="Courier New"/>
              </a:rPr>
              <a:t>paintComponent</a:t>
            </a:r>
            <a:r>
              <a:rPr b="0" lang="en-US" sz="2000" spc="-1" strike="noStrike">
                <a:solidFill>
                  <a:srgbClr val="000000"/>
                </a:solidFill>
                <a:latin typeface="Arial"/>
              </a:rPr>
              <a:t> directly</a:t>
            </a:r>
            <a:endParaRPr b="0" lang="en-US" sz="2000" spc="-1" strike="noStrike">
              <a:solidFill>
                <a:srgbClr val="000000"/>
              </a:solidFill>
              <a:latin typeface="Arial"/>
            </a:endParaRPr>
          </a:p>
          <a:p>
            <a:pPr lvl="2" marL="1143000" indent="-22860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(Have we mentioned you should never ever call </a:t>
            </a:r>
            <a:r>
              <a:rPr b="1" lang="en-US" sz="2000" spc="-1" strike="noStrike">
                <a:solidFill>
                  <a:srgbClr val="000000"/>
                </a:solidFill>
                <a:latin typeface="Courier New"/>
              </a:rPr>
              <a:t>paintComponent</a:t>
            </a:r>
            <a:r>
              <a:rPr b="0" lang="en-US" sz="2000" spc="-1" strike="noStrike">
                <a:solidFill>
                  <a:srgbClr val="000000"/>
                </a:solidFill>
                <a:latin typeface="Arial"/>
              </a:rPr>
              <a:t>?  And don’t create a new </a:t>
            </a:r>
            <a:r>
              <a:rPr b="1" lang="en-US" sz="2000" spc="-1" strike="noStrike">
                <a:solidFill>
                  <a:srgbClr val="000000"/>
                </a:solidFill>
                <a:latin typeface="Courier New"/>
              </a:rPr>
              <a:t>Graphics</a:t>
            </a:r>
            <a:r>
              <a:rPr b="0" lang="en-US" sz="2000" spc="-1" strike="noStrike">
                <a:solidFill>
                  <a:srgbClr val="000000"/>
                </a:solidFill>
                <a:latin typeface="Arial"/>
              </a:rPr>
              <a:t> object either.)</a:t>
            </a: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If you are building industrial-strength UIs, learn more about threads and Swing and how to avoid potential problems by scheduling computations to be run by the UI thread (Swing tutorial, </a:t>
            </a:r>
            <a:r>
              <a:rPr b="0" i="1" lang="en-US" sz="2000" spc="-1" strike="noStrike">
                <a:solidFill>
                  <a:srgbClr val="000000"/>
                </a:solidFill>
                <a:latin typeface="Arial"/>
              </a:rPr>
              <a:t>Core Java</a:t>
            </a:r>
            <a:r>
              <a:rPr b="0" lang="en-US" sz="2000" spc="-1" strike="noStrike">
                <a:solidFill>
                  <a:srgbClr val="000000"/>
                </a:solidFill>
                <a:latin typeface="Arial"/>
              </a:rPr>
              <a:t>, </a:t>
            </a:r>
            <a:r>
              <a:rPr b="0" lang="is-IS" sz="2000" spc="-1" strike="noStrike">
                <a:solidFill>
                  <a:srgbClr val="000000"/>
                </a:solidFill>
                <a:latin typeface="Arial"/>
              </a:rPr>
              <a:t>…)</a:t>
            </a:r>
            <a:endParaRPr b="0" lang="en-US" sz="2000" spc="-1" strike="noStrike">
              <a:solidFill>
                <a:srgbClr val="000000"/>
              </a:solidFill>
              <a:latin typeface="Arial"/>
            </a:endParaRPr>
          </a:p>
        </p:txBody>
      </p:sp>
      <p:sp>
        <p:nvSpPr>
          <p:cNvPr id="275" name="PlaceHolder 3"/>
          <p:cNvSpPr>
            <a:spLocks noGrp="1"/>
          </p:cNvSpPr>
          <p:nvPr>
            <p:ph type="ftr" idx="4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
        <p:nvSpPr>
          <p:cNvPr id="5" name="PlaceHolder 4"/>
          <p:cNvSpPr>
            <a:spLocks noGrp="1"/>
          </p:cNvSpPr>
          <p:nvPr>
            <p:ph type="sldNum" idx="6"/>
          </p:nvPr>
        </p:nvSpPr>
        <p:spPr/>
        <p:txBody>
          <a:bodyPr/>
          <a:p>
            <a:fld id="{76800BE1-A42F-45B9-9E84-B4255C016FF1}"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Larger example – bouncing balls</a:t>
            </a:r>
            <a:endParaRPr b="0" lang="en-US" sz="3600" spc="-1" strike="noStrike">
              <a:solidFill>
                <a:srgbClr val="000000"/>
              </a:solidFill>
              <a:latin typeface="Times New Roman"/>
            </a:endParaRPr>
          </a:p>
        </p:txBody>
      </p:sp>
      <p:sp>
        <p:nvSpPr>
          <p:cNvPr id="277" name="PlaceHolder 2"/>
          <p:cNvSpPr>
            <a:spLocks noGrp="1"/>
          </p:cNvSpPr>
          <p:nvPr>
            <p:ph/>
          </p:nvPr>
        </p:nvSpPr>
        <p:spPr>
          <a:xfrm>
            <a:off x="685800" y="1600200"/>
            <a:ext cx="7772040" cy="4723920"/>
          </a:xfrm>
          <a:prstGeom prst="rect">
            <a:avLst/>
          </a:prstGeom>
          <a:noFill/>
          <a:ln w="0">
            <a:noFill/>
          </a:ln>
        </p:spPr>
        <p:txBody>
          <a:bodyPr numCol="1" spcCol="0" anchor="t">
            <a:normAutofit/>
          </a:bodyPr>
          <a:p>
            <a:pPr>
              <a:lnSpc>
                <a:spcPct val="100000"/>
              </a:lnSpc>
              <a:spcBef>
                <a:spcPts val="400"/>
              </a:spcBef>
              <a:buNone/>
              <a:tabLst>
                <a:tab algn="l" pos="0"/>
              </a:tabLst>
            </a:pPr>
            <a:r>
              <a:rPr b="0" lang="en-US" sz="2000" spc="-1" strike="noStrike">
                <a:solidFill>
                  <a:srgbClr val="000000"/>
                </a:solidFill>
                <a:latin typeface="Arial"/>
              </a:rPr>
              <a:t>A hand-crafted MVC application.  Origin is somewhere back in the CSE142/3 mists.  Illustrates how some swing GUI components can be put to use.</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Disclaimers: </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Not the very best design (maybe not even particularly good)</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Unlikely to be directly appropriate for your project</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Use it for ideas and inspiration, and feel free to steal small parts if they </a:t>
            </a:r>
            <a:r>
              <a:rPr b="0" i="1" lang="en-US" sz="2000" spc="-1" strike="noStrike">
                <a:solidFill>
                  <a:srgbClr val="009900"/>
                </a:solidFill>
                <a:latin typeface="Arial"/>
              </a:rPr>
              <a:t>really</a:t>
            </a:r>
            <a:r>
              <a:rPr b="0" lang="en-US" sz="2000" spc="-1" strike="noStrike">
                <a:solidFill>
                  <a:srgbClr val="009900"/>
                </a:solidFill>
                <a:latin typeface="Arial"/>
              </a:rPr>
              <a:t> </a:t>
            </a:r>
            <a:r>
              <a:rPr b="0" lang="en-US" sz="2000" spc="-1" strike="noStrike">
                <a:solidFill>
                  <a:srgbClr val="000000"/>
                </a:solidFill>
                <a:latin typeface="Arial"/>
              </a:rPr>
              <a:t>fit</a:t>
            </a:r>
            <a:endParaRPr b="0" lang="en-US" sz="2000" spc="-1" strike="noStrike">
              <a:solidFill>
                <a:srgbClr val="000000"/>
              </a:solidFill>
              <a:latin typeface="Arial"/>
            </a:endParaRPr>
          </a:p>
          <a:p>
            <a:pPr marL="399960">
              <a:lnSpc>
                <a:spcPct val="100000"/>
              </a:lnSpc>
              <a:spcBef>
                <a:spcPts val="400"/>
              </a:spcBef>
              <a:buNone/>
              <a:tabLst>
                <a:tab algn="l" pos="0"/>
              </a:tabLst>
            </a:pPr>
            <a:endParaRPr b="0" lang="en-US" sz="2000" spc="-1" strike="noStrike">
              <a:solidFill>
                <a:srgbClr val="000000"/>
              </a:solidFill>
              <a:latin typeface="Arial"/>
            </a:endParaRPr>
          </a:p>
          <a:p>
            <a:pPr algn="ctr">
              <a:lnSpc>
                <a:spcPct val="100000"/>
              </a:lnSpc>
              <a:spcBef>
                <a:spcPts val="400"/>
              </a:spcBef>
              <a:buNone/>
              <a:tabLst>
                <a:tab algn="l" pos="0"/>
              </a:tabLst>
            </a:pPr>
            <a:r>
              <a:rPr b="0" lang="en-US" sz="2000" spc="-1" strike="noStrike">
                <a:solidFill>
                  <a:srgbClr val="000000"/>
                </a:solidFill>
                <a:latin typeface="Arial"/>
              </a:rPr>
              <a:t>Enjoy!</a:t>
            </a:r>
            <a:endParaRPr b="0" lang="en-US" sz="2000" spc="-1" strike="noStrike">
              <a:solidFill>
                <a:srgbClr val="000000"/>
              </a:solidFill>
              <a:latin typeface="Arial"/>
            </a:endParaRPr>
          </a:p>
        </p:txBody>
      </p:sp>
      <p:sp>
        <p:nvSpPr>
          <p:cNvPr id="278" name="PlaceHolder 3"/>
          <p:cNvSpPr>
            <a:spLocks noGrp="1"/>
          </p:cNvSpPr>
          <p:nvPr>
            <p:ph type="sldNum" idx="4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8B5DDC56-D2D6-4751-BE40-F528AFB44AAC}" type="slidenum">
              <a:rPr b="0" lang="en-US" sz="1400" spc="-1" strike="noStrike">
                <a:solidFill>
                  <a:srgbClr val="800080"/>
                </a:solidFill>
                <a:latin typeface="Times New Roman"/>
              </a:rPr>
              <a:t>&lt;number&gt;</a:t>
            </a:fld>
            <a:endParaRPr b="0" lang="en-HK" sz="1400" spc="-1" strike="noStrike">
              <a:latin typeface="Times New Roman"/>
            </a:endParaRPr>
          </a:p>
        </p:txBody>
      </p:sp>
      <p:sp>
        <p:nvSpPr>
          <p:cNvPr id="279" name="PlaceHolder 4"/>
          <p:cNvSpPr>
            <a:spLocks noGrp="1"/>
          </p:cNvSpPr>
          <p:nvPr>
            <p:ph type="ftr" idx="4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simple</Template>
  <TotalTime>20465</TotalTime>
  <Application>LibreOffice/7.3.7.2$Linux_X86_64 LibreOffice_project/30$Build-2</Application>
  <AppVersion>15.0000</AppVersion>
  <Words>1390</Words>
  <Paragraphs>212</Paragraphs>
  <Company>uw</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2012-02-17T18:07:42Z</dcterms:created>
  <dc:creator>Hal Perkins</dc:creator>
  <dc:description/>
  <dc:language>en-HK</dc:language>
  <cp:lastModifiedBy/>
  <cp:lastPrinted>2016-05-24T01:44:31Z</cp:lastPrinted>
  <dcterms:modified xsi:type="dcterms:W3CDTF">2025-03-06T17:32:00Z</dcterms:modified>
  <cp:revision>354</cp:revision>
  <dc:subject/>
  <dc:title>CSE 374 Programming Concepts &amp; Tools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y fmtid="{D5CDD505-2E9C-101B-9397-08002B2CF9AE}" pid="3" name="Slides">
    <vt:i4>19</vt:i4>
  </property>
</Properties>
</file>