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E1653B-5768-4EAB-B741-BAE9AF7285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F82963-22E5-49BA-818B-0AD8FC6801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D6A8ED-F440-4E3F-96AF-F1545E9841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9E9D43-2ECC-47CE-8730-3DC9385EA4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27719A-6E10-42CB-B09B-B8D890C1EA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2946D0-109A-44B3-9243-0F26CB6648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4389C7-6659-418D-AB93-F5E8386DDC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CCB15D-7E5A-4FFB-A369-299CD1FD81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D1DC4F-6C82-4E63-B47E-26F87CC178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5B6138-626D-472C-95AD-F0F01B5D50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3A60CA-387E-467B-95ED-4F16B8ED7C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99EEE7-7E4E-40C2-A833-EF84A9C9D0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E25FFF-546C-4BE3-917B-780A0018F05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  <p:graphicFrame>
        <p:nvGraphicFramePr>
          <p:cNvPr id="41" name="Table 3"/>
          <p:cNvGraphicFramePr/>
          <p:nvPr/>
        </p:nvGraphicFramePr>
        <p:xfrm>
          <a:off x="628560" y="1825560"/>
          <a:ext cx="7886160" cy="7394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FeaturAPPes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Benefits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2025-03-05T18:41:15Z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