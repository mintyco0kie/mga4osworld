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5727BA-2EA5-477B-98BC-86DEDE2422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300BF1-B3F2-4DF6-A0A8-981BE000F8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305349-EE57-486F-93A0-43B1991555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9EEE06-0143-4E21-888A-C9B7C58089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21E54B-044B-42B7-9F46-F0B1678BB6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DFC648-9CC3-4713-8E53-A7F79DB152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3D74E8-9062-4771-8DE7-CEC4D31184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AA2DA0-073A-422E-A4FB-5CB8F1F487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0480FF-DAEF-46AA-86E4-0A2FE39E8C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BB3BB1-D0AD-49D7-8C59-634B9558C8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86FDA6-554E-4EA6-8D63-F4810301D2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0D017E-EA00-44B5-B7D5-3970C0FFD3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E02505-A3C3-4C8D-9E11-5BCEFC668FB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4400" spc="-1" strike="noStrike" u="sng">
                <a:solidFill>
                  <a:srgbClr val="00008b"/>
                </a:solidFill>
                <a:uFillTx/>
                <a:latin typeface="Calibri"/>
              </a:rPr>
              <a:t>Weekday in school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forestall means to buy up (goods) in advance in order to increase the price when resold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43" name="Right Arrow 3"/>
          <p:cNvSpPr/>
          <p:nvPr/>
        </p:nvSpPr>
        <p:spPr>
          <a:xfrm>
            <a:off x="4122000" y="2979000"/>
            <a:ext cx="899280" cy="899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4" name="Picture 4" descr="none.png"/>
          <p:cNvPicPr/>
          <p:nvPr/>
        </p:nvPicPr>
        <p:blipFill>
          <a:blip r:embed="rId1"/>
          <a:stretch/>
        </p:blipFill>
        <p:spPr>
          <a:xfrm>
            <a:off x="628560" y="1825560"/>
            <a:ext cx="899280" cy="8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Note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2025-03-05T19:14:06Z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