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19.jpeg" ContentType="image/jpeg"/>
  <Override PartName="/ppt/media/image1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467698-5EE4-495D-B8D7-55D9BFD749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431A38-63DB-49E4-BCBA-2015F55001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A53EF0-04C1-4743-8611-3A4AB427E7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C84F65-BA04-46AF-812B-E34F332C1A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398B5C-1130-4A27-BCEF-0549FE24AF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6C874F-8632-4D1A-ADFA-67390CD475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50E168-1A4F-4B69-971E-3E84B5CC68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535A74-EE8F-4A13-B8F9-01860D1756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2B5D31-17D9-41B1-8808-3140B351D3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B73F61-232E-4939-85C5-7615BB39DA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395AC3-5E73-4361-BDC6-C700E36426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CCB6BB-7DBA-4689-B310-2DBED7E5B1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7E66D7-F7C6-4247-88C6-B34EBA71C8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42936B-8240-4467-ADA7-899226CD55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95A3589-EA15-45A8-859C-B04E4534A5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7F07C0-D270-473C-A630-4CB7A64E6A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1BAAEE-0C8E-4D7B-849B-C74FAFD578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8E00A7-D82B-4CAD-9804-B3AF8688B2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BC0DB22-AC31-4564-9C71-9FABD17688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B59188-61C5-4A79-AE55-A71F605940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BC358F-E9CA-4E84-8D6A-15642225A4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E31C72-05B2-4D0F-B37D-A8DEFE35E0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8F2494-029F-4C3C-B804-2AB4E81268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5523F9-7C86-44EA-B02A-58D692EAA4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7A8478-D0CD-408A-9223-0D366761925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1710FF-6655-424E-999D-90EB0DA0CE0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32860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The Secrets You Need To Know About Monetizing Video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93904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How to go viral with video.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(Not.)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3" descr="catshark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0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085040" y="1318320"/>
            <a:ext cx="724104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Coming up with content and shooting it is really really hard.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92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1085040" y="1318320"/>
            <a:ext cx="724104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When I upload a video, it goes viral 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and YouTube sends big checks.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1085040" y="1318320"/>
            <a:ext cx="7241040" cy="35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 formats are cheapest, so they’re the best place to start.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04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1085040" y="1318320"/>
            <a:ext cx="724104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10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1"/>
          <p:cNvSpPr/>
          <p:nvPr/>
        </p:nvSpPr>
        <p:spPr>
          <a:xfrm>
            <a:off x="781560" y="935640"/>
            <a:ext cx="7977600" cy="90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is KING.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Encourages engagement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Generates leads/sales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Adds value to product/service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Establishes authenticity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Ample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increases traffic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be negotiable.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Record on non-professional devices.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Guidelines” can be trumped by content.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reflects your brand.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4" descr="darren1.jpg"/>
          <p:cNvPicPr/>
          <p:nvPr/>
        </p:nvPicPr>
        <p:blipFill>
          <a:blip r:embed="rId2"/>
          <a:stretch/>
        </p:blipFill>
        <p:spPr>
          <a:xfrm>
            <a:off x="4738320" y="970560"/>
            <a:ext cx="4177080" cy="31996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5"/>
          <p:cNvSpPr/>
          <p:nvPr/>
        </p:nvSpPr>
        <p:spPr>
          <a:xfrm>
            <a:off x="503280" y="4342320"/>
            <a:ext cx="841176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Close-up, hands on videos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Talking-head videos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 videos/week – MWF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3-5 videos at a time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59k subs • 4.3 million views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10k subs • 2.6 million views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583 videos, 10-12 minutes 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1,277 videos, 1-3 minutes each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3k-5k views, several 100k+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&lt;200 views, several 200k+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</p:txBody>
      </p:sp>
      <p:pic>
        <p:nvPicPr>
          <p:cNvPr id="120" name="Picture 7" descr="sandy1.jpg"/>
          <p:cNvPicPr/>
          <p:nvPr/>
        </p:nvPicPr>
        <p:blipFill>
          <a:blip r:embed="rId3"/>
          <a:stretch/>
        </p:blipFill>
        <p:spPr>
          <a:xfrm>
            <a:off x="503280" y="970560"/>
            <a:ext cx="4182120" cy="3199680"/>
          </a:xfrm>
          <a:prstGeom prst="rect">
            <a:avLst/>
          </a:prstGeom>
          <a:ln w="0">
            <a:noFill/>
          </a:ln>
        </p:spPr>
      </p:pic>
      <p:sp>
        <p:nvSpPr>
          <p:cNvPr id="121" name="TextBox 8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977040" y="1563120"/>
            <a:ext cx="7977600" cy="77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Making money with video alone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Ads – pre-, mid-, post-roll 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Sponsored videos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Product placement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Instead…think </a:t>
            </a: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DejaVu Sans"/>
              </a:rPr>
              <a:t>bigger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HK" sz="36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8" name="TextBox 11"/>
          <p:cNvSpPr/>
          <p:nvPr/>
        </p:nvSpPr>
        <p:spPr>
          <a:xfrm>
            <a:off x="781560" y="935640"/>
            <a:ext cx="7977600" cy="10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Video monetization strategy should match your existing business strategy.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Promote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existing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monetized goods/services (products, online classes, affiliate marketing,  in-person seminars, books, etc.)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drive traffic, aid in conversion 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value for customers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video products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as well, if appropriate.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webinars, etc.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1"/>
          <p:cNvSpPr/>
          <p:nvPr/>
        </p:nvSpPr>
        <p:spPr>
          <a:xfrm>
            <a:off x="781560" y="935640"/>
            <a:ext cx="7977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Which Platform?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PLATFORM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81560" y="1520640"/>
            <a:ext cx="7977600" cy="69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RECORDED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LIVE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YouTube, Vimeo, etc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Periscope, FbLive, etc    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Higher quality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Lower quality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Ongoing interaction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Instant interaction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Clear traffic drivers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Complex traffic drivers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Searchable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Not discoverable  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Evergreen content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Fleeting content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Can become contrived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Seen as authentic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781560" y="5468400"/>
            <a:ext cx="7977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Research: Where is my audience?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0" y="65782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ONLINE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933840" y="1280880"/>
            <a:ext cx="737028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Sandy Allnock: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Products, Classes, Affiliate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Art tutorials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Related tutorials, BTS, 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Darren LaCroix: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Speaking, Products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Speaking tips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BRICK AND MORTAR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Book Store: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In-store product sales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Interviews with authors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Broadcast poetry readings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Hair Salon: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How to style hair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Techniques – before/mid/after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SERVICES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Coach: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Coaching sessions, classes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Staffing tips 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Motivational chats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933840" y="3755880"/>
            <a:ext cx="78361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Realtor: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Selling hoeuses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Tips on selling a home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Currently available homes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BRAINSTORM YOUR PLAN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972000" y="1920960"/>
            <a:ext cx="7652160" cy="50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The 3 Best Questions to Start a Plan: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questions do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my customers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ask most?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aspect am I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most passionate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about?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can I commit to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this quarter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7" name="TextBox 11"/>
          <p:cNvSpPr/>
          <p:nvPr/>
        </p:nvSpPr>
        <p:spPr>
          <a:xfrm>
            <a:off x="0" y="2366640"/>
            <a:ext cx="9143280" cy="24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sandyallnock.com/wakeup4wealth</a:t>
            </a:r>
            <a:endParaRPr b="0" lang="en-HK" sz="4400" spc="-1" strike="noStrike">
              <a:latin typeface="Arial"/>
            </a:endParaRPr>
          </a:p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6600" spc="-1" strike="noStrike"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</TotalTime>
  <Application>LibreOffice/7.3.7.2$Linux_X86_64 LibreOffice_project/30$Build-2</Application>
  <AppVersion>15.0000</AppVersion>
  <Words>710</Words>
  <Paragraphs>129</Paragraphs>
  <Company>Operation Write 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2016-12-02T00:37:13Z</dcterms:created>
  <dc:creator>Sandy Allnock</dc:creator>
  <dc:description/>
  <dc:language>en-HK</dc:language>
  <cp:lastModifiedBy>Sandy Allnock</cp:lastModifiedBy>
  <dcterms:modified xsi:type="dcterms:W3CDTF">2016-12-02T00:38:42Z</dcterms:modified>
  <cp:revision>14</cp:revision>
  <dc:subject/>
  <dc:title>Video and you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17</vt:i4>
  </property>
</Properties>
</file>