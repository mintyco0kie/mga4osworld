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3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3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65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ubTitle"/>
          </p:nvPr>
        </p:nvSpPr>
        <p:spPr>
          <a:xfrm>
            <a:off x="1877400" y="444960"/>
            <a:ext cx="538884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HK" sz="6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6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1;p2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Google Shape;12;p2"/>
          <p:cNvSpPr/>
          <p:nvPr/>
        </p:nvSpPr>
        <p:spPr>
          <a:xfrm flipH="1">
            <a:off x="-258120" y="-72720"/>
            <a:ext cx="3047040" cy="13460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Google Shape;13;p2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Google Shape;14;p2"/>
          <p:cNvSpPr/>
          <p:nvPr/>
        </p:nvSpPr>
        <p:spPr>
          <a:xfrm flipH="1">
            <a:off x="6467400" y="3935520"/>
            <a:ext cx="3047040" cy="13460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26;p4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27;p4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28;p4"/>
          <p:cNvSpPr/>
          <p:nvPr/>
        </p:nvSpPr>
        <p:spPr>
          <a:xfrm>
            <a:off x="6885000" y="-113760"/>
            <a:ext cx="2565360" cy="130572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title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title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87;p13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88;p13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title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title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title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 type="title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8"/>
          <p:cNvSpPr>
            <a:spLocks noGrp="1"/>
          </p:cNvSpPr>
          <p:nvPr>
            <p:ph type="title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9"/>
          <p:cNvSpPr>
            <a:spLocks noGrp="1"/>
          </p:cNvSpPr>
          <p:nvPr>
            <p:ph type="title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0"/>
          <p:cNvSpPr>
            <a:spLocks noGrp="1"/>
          </p:cNvSpPr>
          <p:nvPr>
            <p:ph type="title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1"/>
          <p:cNvSpPr>
            <a:spLocks noGrp="1"/>
          </p:cNvSpPr>
          <p:nvPr>
            <p:ph type="title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12"/>
          <p:cNvSpPr>
            <a:spLocks noGrp="1"/>
          </p:cNvSpPr>
          <p:nvPr>
            <p:ph type="title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3800" spc="-1" strike="noStrike">
                <a:solidFill>
                  <a:srgbClr val="000000"/>
                </a:solidFill>
                <a:latin typeface="Vidaloka"/>
                <a:ea typeface="Vidaloka"/>
              </a:rPr>
              <a:t>xx%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3"/>
          <p:cNvSpPr>
            <a:spLocks noGrp="1"/>
          </p:cNvSpPr>
          <p:nvPr>
            <p:ph type="title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09;p14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Google Shape;110;p14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Google Shape;111;p14"/>
          <p:cNvSpPr/>
          <p:nvPr/>
        </p:nvSpPr>
        <p:spPr>
          <a:xfrm>
            <a:off x="-250200" y="4076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Google Shape;112;p14"/>
          <p:cNvSpPr/>
          <p:nvPr/>
        </p:nvSpPr>
        <p:spPr>
          <a:xfrm>
            <a:off x="7441200" y="-4824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1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116;p15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Google Shape;117;p15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121;p16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Google Shape;122;p16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Google Shape;123;p16"/>
          <p:cNvSpPr/>
          <p:nvPr/>
        </p:nvSpPr>
        <p:spPr>
          <a:xfrm flipH="1">
            <a:off x="7454160" y="405360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Google Shape;124;p16"/>
          <p:cNvSpPr/>
          <p:nvPr/>
        </p:nvSpPr>
        <p:spPr>
          <a:xfrm flipH="1">
            <a:off x="-237240" y="-71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57;p9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58;p9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59;p9"/>
          <p:cNvSpPr/>
          <p:nvPr/>
        </p:nvSpPr>
        <p:spPr>
          <a:xfrm flipH="1">
            <a:off x="5925600" y="2797560"/>
            <a:ext cx="3377520" cy="246672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8;p17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Google Shape;129;p17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Google Shape;130;p17"/>
          <p:cNvSpPr/>
          <p:nvPr/>
        </p:nvSpPr>
        <p:spPr>
          <a:xfrm>
            <a:off x="-250200" y="4076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Google Shape;131;p17"/>
          <p:cNvSpPr/>
          <p:nvPr/>
        </p:nvSpPr>
        <p:spPr>
          <a:xfrm>
            <a:off x="7441200" y="-4824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994760" y="1482840"/>
            <a:ext cx="5154120" cy="129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9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35;p18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Google Shape;136;p18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3742920" y="1549800"/>
            <a:ext cx="4544640" cy="129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9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40;p19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Google Shape;141;p19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Google Shape;142;p19"/>
          <p:cNvSpPr/>
          <p:nvPr/>
        </p:nvSpPr>
        <p:spPr>
          <a:xfrm>
            <a:off x="-250200" y="4076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Google Shape;143;p19"/>
          <p:cNvSpPr/>
          <p:nvPr/>
        </p:nvSpPr>
        <p:spPr>
          <a:xfrm>
            <a:off x="7441200" y="-4824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Google Shape;144;p19"/>
          <p:cNvSpPr/>
          <p:nvPr/>
        </p:nvSpPr>
        <p:spPr>
          <a:xfrm flipH="1">
            <a:off x="7454160" y="405360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Google Shape;145;p19"/>
          <p:cNvSpPr/>
          <p:nvPr/>
        </p:nvSpPr>
        <p:spPr>
          <a:xfrm flipH="1">
            <a:off x="-237240" y="-71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2714400" y="2366280"/>
            <a:ext cx="3714480" cy="8179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5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title"/>
          </p:nvPr>
        </p:nvSpPr>
        <p:spPr>
          <a:xfrm>
            <a:off x="3746520" y="133920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HK" sz="70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9;p3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Google Shape;20;p3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Google Shape;21;p3"/>
          <p:cNvSpPr/>
          <p:nvPr/>
        </p:nvSpPr>
        <p:spPr>
          <a:xfrm flipH="1">
            <a:off x="7948800" y="3979800"/>
            <a:ext cx="1378080" cy="123588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Google Shape;22;p3"/>
          <p:cNvSpPr/>
          <p:nvPr/>
        </p:nvSpPr>
        <p:spPr>
          <a:xfrm flipH="1">
            <a:off x="-113040" y="-88560"/>
            <a:ext cx="1418400" cy="106416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677960" y="2511720"/>
            <a:ext cx="3714480" cy="80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5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title"/>
          </p:nvPr>
        </p:nvSpPr>
        <p:spPr>
          <a:xfrm>
            <a:off x="3741840" y="148464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HK" sz="7000" spc="-1" strike="noStrike">
                <a:solidFill>
                  <a:srgbClr val="3f3533"/>
                </a:solidFill>
                <a:latin typeface="Vidaloka"/>
                <a:ea typeface="Vidaloka"/>
              </a:rPr>
              <a:t>xx%</a:t>
            </a:r>
            <a:endParaRPr b="0" lang="en-HK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Google Shape;150;p20"/>
          <p:cNvSpPr/>
          <p:nvPr/>
        </p:nvSpPr>
        <p:spPr>
          <a:xfrm rot="10800000">
            <a:off x="360" y="27324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Google Shape;151;p20"/>
          <p:cNvSpPr/>
          <p:nvPr/>
        </p:nvSpPr>
        <p:spPr>
          <a:xfrm rot="10800000">
            <a:off x="360" y="48765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Google Shape;152;p20"/>
          <p:cNvSpPr/>
          <p:nvPr/>
        </p:nvSpPr>
        <p:spPr>
          <a:xfrm>
            <a:off x="-113040" y="3979800"/>
            <a:ext cx="1378080" cy="123588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Google Shape;153;p20"/>
          <p:cNvSpPr/>
          <p:nvPr/>
        </p:nvSpPr>
        <p:spPr>
          <a:xfrm>
            <a:off x="7908840" y="-88560"/>
            <a:ext cx="1418400" cy="106416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Google Shape;40;p6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Google Shape;41;p6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160;p22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Google Shape;161;p22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Google Shape;162;p22"/>
          <p:cNvSpPr/>
          <p:nvPr/>
        </p:nvSpPr>
        <p:spPr>
          <a:xfrm>
            <a:off x="-250200" y="4076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Google Shape;163;p22"/>
          <p:cNvSpPr/>
          <p:nvPr/>
        </p:nvSpPr>
        <p:spPr>
          <a:xfrm>
            <a:off x="7441200" y="-4824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Google Shape;164;p22"/>
          <p:cNvSpPr/>
          <p:nvPr/>
        </p:nvSpPr>
        <p:spPr>
          <a:xfrm flipH="1">
            <a:off x="7454160" y="405360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Google Shape;165;p22"/>
          <p:cNvSpPr/>
          <p:nvPr/>
        </p:nvSpPr>
        <p:spPr>
          <a:xfrm flipH="1">
            <a:off x="-237240" y="-71280"/>
            <a:ext cx="1926720" cy="116064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8080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Google Shape;35;p5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Google Shape;36;p5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Google Shape;37;p5"/>
          <p:cNvSpPr/>
          <p:nvPr/>
        </p:nvSpPr>
        <p:spPr>
          <a:xfrm flipH="1">
            <a:off x="6935040" y="3931200"/>
            <a:ext cx="2549160" cy="135432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HK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Google Shape;177;p23"/>
          <p:cNvSpPr/>
          <p:nvPr/>
        </p:nvSpPr>
        <p:spPr>
          <a:xfrm>
            <a:off x="-72720" y="27396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3" name="Google Shape;178;p23"/>
          <p:cNvSpPr/>
          <p:nvPr/>
        </p:nvSpPr>
        <p:spPr>
          <a:xfrm>
            <a:off x="-72720" y="4877280"/>
            <a:ext cx="928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f35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bit.ly/2Tynxth" TargetMode="External"/><Relationship Id="rId2" Type="http://schemas.openxmlformats.org/officeDocument/2006/relationships/hyperlink" Target="http://bit.ly/30B07Gq" TargetMode="External"/><Relationship Id="rId3" Type="http://schemas.openxmlformats.org/officeDocument/2006/relationships/hyperlink" Target="http://bit.ly/33VAFh3" TargetMode="External"/><Relationship Id="rId4" Type="http://schemas.openxmlformats.org/officeDocument/2006/relationships/hyperlink" Target="https://slidesgo.com/slidesgo-school/powerpoint-tutorials/how-to-download-the-fonts-for-our-powerpoint-templates?utm_source=slidesgo_template&amp;utm_medium=referral-link&amp;utm_campaign=sg_credits&amp;utm_content=slidesgo-school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ies_by_freepik&amp;utm_content=stories" TargetMode="External"/><Relationship Id="rId6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0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docs.google.com/spreadsheets/d/10QS3G4BrATPi_OEm6nh8N9F_vGRrCuOLf4nfRgLgYqg/copy" TargetMode="External"/><Relationship Id="rId2" Type="http://schemas.openxmlformats.org/officeDocument/2006/relationships/image" Target="../media/image4.png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slideLayout" Target="../slideLayouts/slideLayout1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hyperlink" Target="https://docs.google.com/spreadsheets/d/10QS3G4BrATPi_OEm6nh8N9F_vGRrCuOLf4nfRgLgYqg/copy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5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8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500" spc="-1" strike="noStrike">
                <a:solidFill>
                  <a:srgbClr val="000000"/>
                </a:solidFill>
                <a:latin typeface="Vidaloka"/>
                <a:ea typeface="Vidaloka"/>
              </a:rPr>
              <a:t>Minimalist Business Slides</a:t>
            </a:r>
            <a:endParaRPr b="0" lang="en-HK" sz="6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subTitle"/>
          </p:nvPr>
        </p:nvSpPr>
        <p:spPr>
          <a:xfrm>
            <a:off x="1040040" y="3377160"/>
            <a:ext cx="7063920" cy="44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Here is where your presentation begins</a:t>
            </a:r>
            <a:endParaRPr b="0" lang="en-HK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10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Contents of this template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Here’s what you’ll find in this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1"/>
              </a:rPr>
              <a:t>Slidesgo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template: 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A slide structure based on a multi-business XL template, which you can easily adapt to your needs. For more info on how to edit the template, please visit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2"/>
              </a:rPr>
              <a:t>Slidesgo School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or read our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3"/>
              </a:rPr>
              <a:t>FAQs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To view this template in PowerPoint with the correct fonts, download and install on your computer </a:t>
            </a:r>
            <a:r>
              <a:rPr b="1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the fonts that we have used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. You can learn how to download and install fonts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4"/>
              </a:rPr>
              <a:t>here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An assortment of graphic resources that are suitable for use in the presentation can be found in the </a:t>
            </a:r>
            <a:r>
              <a:rPr b="1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a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lternative resources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slides.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A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thanks </a:t>
            </a:r>
            <a:r>
              <a:rPr b="0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slide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, which you must keep so that proper credits for our design are given.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Several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resources</a:t>
            </a:r>
            <a:r>
              <a:rPr b="0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 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slides, where you’ll find links to all the elements used in the template.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Instructions for use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Final slides with: 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The</a:t>
            </a:r>
            <a:r>
              <a:rPr b="0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fonts and colors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used in the template.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A selection of</a:t>
            </a:r>
            <a:r>
              <a:rPr b="1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illustrations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. You can also customize and animate them as you wish with the online editor. Visit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5"/>
              </a:rPr>
              <a:t>Storyset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to find more. 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More</a:t>
            </a:r>
            <a:r>
              <a:rPr b="0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infographic resources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, whose size and color can be edited. 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00000"/>
              </a:lnSpc>
              <a:buClr>
                <a:srgbClr val="000000"/>
              </a:buClr>
              <a:buFont typeface="Montserrat Medium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Sets of </a:t>
            </a:r>
            <a:r>
              <a:rPr b="1" lang="en" sz="11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</a:rPr>
              <a:t>customizable icons</a:t>
            </a: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 of the following themes: general, business, avatar, creative process, education, help &amp; support, medical, nature, performing arts, SEO &amp; marketing, and teamwork.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delete this slide when you’re done editing the presentation.</a:t>
            </a:r>
            <a:endParaRPr b="0" lang="en-HK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Table of contents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 type="subTitle"/>
          </p:nvPr>
        </p:nvSpPr>
        <p:spPr>
          <a:xfrm>
            <a:off x="1655280" y="1942920"/>
            <a:ext cx="2485800" cy="356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Introduction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ubTitle"/>
          </p:nvPr>
        </p:nvSpPr>
        <p:spPr>
          <a:xfrm>
            <a:off x="5001120" y="1942920"/>
            <a:ext cx="2485800" cy="356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Company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88" name="PlaceHolder 4"/>
          <p:cNvSpPr>
            <a:spLocks noGrp="1"/>
          </p:cNvSpPr>
          <p:nvPr>
            <p:ph type="subTitle"/>
          </p:nvPr>
        </p:nvSpPr>
        <p:spPr>
          <a:xfrm>
            <a:off x="5001120" y="225504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689" name="PlaceHolder 5"/>
          <p:cNvSpPr>
            <a:spLocks noGrp="1"/>
          </p:cNvSpPr>
          <p:nvPr>
            <p:ph type="subTitle"/>
          </p:nvPr>
        </p:nvSpPr>
        <p:spPr>
          <a:xfrm>
            <a:off x="1655280" y="225504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690" name="PlaceHolder 6"/>
          <p:cNvSpPr>
            <a:spLocks noGrp="1"/>
          </p:cNvSpPr>
          <p:nvPr>
            <p:ph type="subTitle"/>
          </p:nvPr>
        </p:nvSpPr>
        <p:spPr>
          <a:xfrm>
            <a:off x="5001120" y="3723840"/>
            <a:ext cx="2485800" cy="356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Conclusion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91" name="PlaceHolder 7"/>
          <p:cNvSpPr>
            <a:spLocks noGrp="1"/>
          </p:cNvSpPr>
          <p:nvPr>
            <p:ph type="subTitle"/>
          </p:nvPr>
        </p:nvSpPr>
        <p:spPr>
          <a:xfrm>
            <a:off x="5001120" y="403596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692" name="PlaceHolder 8"/>
          <p:cNvSpPr>
            <a:spLocks noGrp="1"/>
          </p:cNvSpPr>
          <p:nvPr>
            <p:ph type="subTitle"/>
          </p:nvPr>
        </p:nvSpPr>
        <p:spPr>
          <a:xfrm>
            <a:off x="1655280" y="3723840"/>
            <a:ext cx="2485800" cy="356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Analysis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93" name="PlaceHolder 9"/>
          <p:cNvSpPr>
            <a:spLocks noGrp="1"/>
          </p:cNvSpPr>
          <p:nvPr>
            <p:ph type="subTitle"/>
          </p:nvPr>
        </p:nvSpPr>
        <p:spPr>
          <a:xfrm>
            <a:off x="1655280" y="403596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694" name="PlaceHolder 10"/>
          <p:cNvSpPr>
            <a:spLocks noGrp="1"/>
          </p:cNvSpPr>
          <p:nvPr>
            <p:ph type="title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3f3533"/>
                </a:solidFill>
                <a:latin typeface="Vidaloka"/>
                <a:ea typeface="Vidaloka"/>
              </a:rPr>
              <a:t>01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11"/>
          <p:cNvSpPr>
            <a:spLocks noGrp="1"/>
          </p:cNvSpPr>
          <p:nvPr>
            <p:ph type="title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3f3533"/>
                </a:solidFill>
                <a:latin typeface="Vidaloka"/>
                <a:ea typeface="Vidaloka"/>
              </a:rPr>
              <a:t>02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12"/>
          <p:cNvSpPr>
            <a:spLocks noGrp="1"/>
          </p:cNvSpPr>
          <p:nvPr>
            <p:ph type="title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3f3533"/>
                </a:solidFill>
                <a:latin typeface="Vidaloka"/>
                <a:ea typeface="Vidaloka"/>
              </a:rPr>
              <a:t>03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13"/>
          <p:cNvSpPr>
            <a:spLocks noGrp="1"/>
          </p:cNvSpPr>
          <p:nvPr>
            <p:ph type="title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3f3533"/>
                </a:solidFill>
                <a:latin typeface="Vidaloka"/>
                <a:ea typeface="Vidaloka"/>
              </a:rPr>
              <a:t>04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Introduction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subTitle"/>
          </p:nvPr>
        </p:nvSpPr>
        <p:spPr>
          <a:xfrm>
            <a:off x="720000" y="208116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ubTitle"/>
          </p:nvPr>
        </p:nvSpPr>
        <p:spPr>
          <a:xfrm>
            <a:off x="6087600" y="208116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title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02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5"/>
          <p:cNvSpPr>
            <a:spLocks noGrp="1"/>
          </p:cNvSpPr>
          <p:nvPr>
            <p:ph type="title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04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6"/>
          <p:cNvSpPr>
            <a:spLocks noGrp="1"/>
          </p:cNvSpPr>
          <p:nvPr>
            <p:ph type="title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01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7"/>
          <p:cNvSpPr>
            <a:spLocks noGrp="1"/>
          </p:cNvSpPr>
          <p:nvPr>
            <p:ph type="title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Company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8"/>
          <p:cNvSpPr>
            <a:spLocks noGrp="1"/>
          </p:cNvSpPr>
          <p:nvPr>
            <p:ph type="subTitle"/>
          </p:nvPr>
        </p:nvSpPr>
        <p:spPr>
          <a:xfrm>
            <a:off x="3403800" y="208116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06" name="PlaceHolder 9"/>
          <p:cNvSpPr>
            <a:spLocks noGrp="1"/>
          </p:cNvSpPr>
          <p:nvPr>
            <p:ph type="title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Analysis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10"/>
          <p:cNvSpPr>
            <a:spLocks noGrp="1"/>
          </p:cNvSpPr>
          <p:nvPr>
            <p:ph type="title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03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11"/>
          <p:cNvSpPr>
            <a:spLocks noGrp="1"/>
          </p:cNvSpPr>
          <p:nvPr>
            <p:ph type="title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Conclusion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12"/>
          <p:cNvSpPr>
            <a:spLocks noGrp="1"/>
          </p:cNvSpPr>
          <p:nvPr>
            <p:ph type="subTitle"/>
          </p:nvPr>
        </p:nvSpPr>
        <p:spPr>
          <a:xfrm>
            <a:off x="720000" y="370584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10" name="PlaceHolder 13"/>
          <p:cNvSpPr>
            <a:spLocks noGrp="1"/>
          </p:cNvSpPr>
          <p:nvPr>
            <p:ph type="title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Business views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PlaceHolder 14"/>
          <p:cNvSpPr>
            <a:spLocks noGrp="1"/>
          </p:cNvSpPr>
          <p:nvPr>
            <p:ph type="title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05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15"/>
          <p:cNvSpPr>
            <a:spLocks noGrp="1"/>
          </p:cNvSpPr>
          <p:nvPr>
            <p:ph type="subTitle"/>
          </p:nvPr>
        </p:nvSpPr>
        <p:spPr>
          <a:xfrm>
            <a:off x="3403800" y="370584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13" name="PlaceHolder 16"/>
          <p:cNvSpPr>
            <a:spLocks noGrp="1"/>
          </p:cNvSpPr>
          <p:nvPr>
            <p:ph type="title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Financial plan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17"/>
          <p:cNvSpPr>
            <a:spLocks noGrp="1"/>
          </p:cNvSpPr>
          <p:nvPr>
            <p:ph type="title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00000"/>
                </a:solidFill>
                <a:latin typeface="Vidaloka"/>
                <a:ea typeface="Vidaloka"/>
              </a:rPr>
              <a:t>06</a:t>
            </a:r>
            <a:endParaRPr b="0" lang="en-HK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18"/>
          <p:cNvSpPr>
            <a:spLocks noGrp="1"/>
          </p:cNvSpPr>
          <p:nvPr>
            <p:ph type="subTitle"/>
          </p:nvPr>
        </p:nvSpPr>
        <p:spPr>
          <a:xfrm>
            <a:off x="6087600" y="3705840"/>
            <a:ext cx="23360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Describe the topic of the section here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16" name="PlaceHolder 19"/>
          <p:cNvSpPr>
            <a:spLocks noGrp="1"/>
          </p:cNvSpPr>
          <p:nvPr>
            <p:ph type="title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Table of contents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10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1000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1000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1000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1000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" dur="1000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1000"/>
                                        <p:tgtEl>
                                          <p:spTgt spid="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100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1000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" dur="1000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1000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" dur="1000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1000"/>
                                        <p:tgtEl>
                                          <p:spTgt spid="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10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1000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" dur="10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" dur="10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" dur="10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" dur="10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—</a:t>
            </a: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Someone Famous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 type="subTitle"/>
          </p:nvPr>
        </p:nvSpPr>
        <p:spPr>
          <a:xfrm>
            <a:off x="1842840" y="1662120"/>
            <a:ext cx="5457960" cy="996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“</a:t>
            </a:r>
            <a:r>
              <a:rPr b="0" lang="en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This is a quote. Words full of wisdom that someone important said and can make the reader get inspired.”</a:t>
            </a:r>
            <a:endParaRPr b="0" lang="en-HK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—</a:t>
            </a: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Someone Famous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 type="subTitle"/>
          </p:nvPr>
        </p:nvSpPr>
        <p:spPr>
          <a:xfrm>
            <a:off x="699840" y="1675800"/>
            <a:ext cx="5457960" cy="996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“</a:t>
            </a:r>
            <a:r>
              <a:rPr b="0" lang="en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This is a quote. Words full of wisdom that someone important said and can make the reader get inspired.”</a:t>
            </a:r>
            <a:endParaRPr b="0" lang="en-HK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" dur="1000"/>
                                        <p:tgtEl>
                                          <p:spTgt spid="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10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ubTitle"/>
          </p:nvPr>
        </p:nvSpPr>
        <p:spPr>
          <a:xfrm>
            <a:off x="896040" y="1681920"/>
            <a:ext cx="3846960" cy="23796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Do you know what helps you make your point clear? Lists like this one: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1001"/>
              </a:spcBef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Because they’re simple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organize your ideas clearly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And because you’ll never forget to buy milk!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And the most important thing: the audience won’t miss the point of your presentation. Let’s use lists!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The slide title goes here!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3" name="Google Shape;548;p65" descr=""/>
          <p:cNvPicPr/>
          <p:nvPr/>
        </p:nvPicPr>
        <p:blipFill>
          <a:blip r:embed="rId1"/>
          <a:srcRect l="16897" t="0" r="16904" b="0"/>
          <a:stretch/>
        </p:blipFill>
        <p:spPr>
          <a:xfrm>
            <a:off x="5586840" y="1594440"/>
            <a:ext cx="2536920" cy="2554560"/>
          </a:xfrm>
          <a:prstGeom prst="rect">
            <a:avLst/>
          </a:prstGeom>
          <a:ln w="28575">
            <a:solidFill>
              <a:srgbClr val="3f353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ubTitle"/>
          </p:nvPr>
        </p:nvSpPr>
        <p:spPr>
          <a:xfrm>
            <a:off x="2648520" y="1681920"/>
            <a:ext cx="3846960" cy="23796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Do you know what helps you make your point clear? Lists like this one: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1001"/>
              </a:spcBef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Because they’re simple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You can organize your ideas clearly</a:t>
            </a:r>
            <a:endParaRPr b="0" lang="en-HK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3f3533"/>
              </a:buClr>
              <a:buFont typeface="Montserrat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And because you’ll never forget to buy milk!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And the most important thing: the audience won’t miss the point of your presentation. Let’s use lists!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25" name="PlaceHolder 2"/>
          <p:cNvSpPr>
            <a:spLocks noGrp="1"/>
          </p:cNvSpPr>
          <p:nvPr>
            <p:ph type="title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The slide title goes here!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" dur="indefinite" restart="never" nodeType="tmRoot">
          <p:childTnLst>
            <p:seq>
              <p:cTn id="95" dur="indefinite" nodeType="mainSeq">
                <p:childTnLst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0" dur="1000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1000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1994760" y="1482840"/>
            <a:ext cx="5154120" cy="129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0" spc="-1" strike="noStrike">
                <a:solidFill>
                  <a:srgbClr val="000000"/>
                </a:solidFill>
                <a:latin typeface="Vidaloka"/>
                <a:ea typeface="Vidaloka"/>
              </a:rPr>
              <a:t>Whoa!</a:t>
            </a:r>
            <a:endParaRPr b="0" lang="en-HK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2299680" y="2972160"/>
            <a:ext cx="4544640" cy="554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This can be the part of the presentation where you introduce yourself, write your email…</a:t>
            </a: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3742920" y="1549800"/>
            <a:ext cx="4544640" cy="129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0" spc="-1" strike="noStrike">
                <a:solidFill>
                  <a:srgbClr val="000000"/>
                </a:solidFill>
                <a:latin typeface="Vidaloka"/>
                <a:ea typeface="Vidaloka"/>
              </a:rPr>
              <a:t>Whoa!</a:t>
            </a:r>
            <a:endParaRPr b="0" lang="en-HK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subTitle"/>
          </p:nvPr>
        </p:nvSpPr>
        <p:spPr>
          <a:xfrm>
            <a:off x="3742920" y="3039120"/>
            <a:ext cx="4544640" cy="554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This can be the part of the presentation where you introduce yourself, write your email…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730" name="Google Shape;567;p68" descr=""/>
          <p:cNvPicPr/>
          <p:nvPr/>
        </p:nvPicPr>
        <p:blipFill>
          <a:blip r:embed="rId1"/>
          <a:srcRect l="8928" t="0" r="24820" b="0"/>
          <a:stretch/>
        </p:blipFill>
        <p:spPr>
          <a:xfrm>
            <a:off x="856080" y="1294200"/>
            <a:ext cx="2536920" cy="2554560"/>
          </a:xfrm>
          <a:prstGeom prst="rect">
            <a:avLst/>
          </a:prstGeom>
          <a:ln w="28575">
            <a:solidFill>
              <a:srgbClr val="3f353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" dur="indefinite" restart="never" nodeType="tmRoot">
          <p:childTnLst>
            <p:seq>
              <p:cTn id="105" dur="indefinite" nodeType="mainSeq">
                <p:childTnLst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" dur="1000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" dur="1000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8" dur="1000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2714400" y="2366280"/>
            <a:ext cx="3714480" cy="8179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pc="-1" strike="noStrike">
                <a:solidFill>
                  <a:srgbClr val="000000"/>
                </a:solidFill>
                <a:latin typeface="Vidaloka"/>
                <a:ea typeface="Vidaloka"/>
              </a:rPr>
              <a:t>Introduction</a:t>
            </a:r>
            <a:endParaRPr b="0" lang="en-HK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title"/>
          </p:nvPr>
        </p:nvSpPr>
        <p:spPr>
          <a:xfrm>
            <a:off x="3746520" y="133920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0" spc="-1" strike="noStrike">
                <a:solidFill>
                  <a:srgbClr val="3f3533"/>
                </a:solidFill>
                <a:latin typeface="Vidaloka"/>
                <a:ea typeface="Vidaloka"/>
              </a:rPr>
              <a:t>01</a:t>
            </a:r>
            <a:endParaRPr b="0" lang="en-HK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ubTitle"/>
          </p:nvPr>
        </p:nvSpPr>
        <p:spPr>
          <a:xfrm>
            <a:off x="2291400" y="3076560"/>
            <a:ext cx="456084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Insert a subtitle here if you need it</a:t>
            </a: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677960" y="2511720"/>
            <a:ext cx="3714480" cy="805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pc="-1" strike="noStrike">
                <a:solidFill>
                  <a:srgbClr val="000000"/>
                </a:solidFill>
                <a:latin typeface="Vidaloka"/>
                <a:ea typeface="Vidaloka"/>
              </a:rPr>
              <a:t>Introduction</a:t>
            </a:r>
            <a:endParaRPr b="0" lang="en-HK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title"/>
          </p:nvPr>
        </p:nvSpPr>
        <p:spPr>
          <a:xfrm>
            <a:off x="3741840" y="148464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0" spc="-1" strike="noStrike">
                <a:solidFill>
                  <a:srgbClr val="3f3533"/>
                </a:solidFill>
                <a:latin typeface="Vidaloka"/>
                <a:ea typeface="Vidaloka"/>
              </a:rPr>
              <a:t>01</a:t>
            </a:r>
            <a:endParaRPr b="0" lang="en-HK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ubTitle"/>
          </p:nvPr>
        </p:nvSpPr>
        <p:spPr>
          <a:xfrm>
            <a:off x="831600" y="3243960"/>
            <a:ext cx="456084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                        </a:t>
            </a: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Insert a subtitle here if you need it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737" name="Google Shape;582;p70" descr=""/>
          <p:cNvPicPr/>
          <p:nvPr/>
        </p:nvPicPr>
        <p:blipFill>
          <a:blip r:embed="rId1"/>
          <a:srcRect l="26779" t="0" r="6920" b="0"/>
          <a:stretch/>
        </p:blipFill>
        <p:spPr>
          <a:xfrm>
            <a:off x="5775120" y="1294200"/>
            <a:ext cx="2536920" cy="2554560"/>
          </a:xfrm>
          <a:prstGeom prst="rect">
            <a:avLst/>
          </a:prstGeom>
          <a:ln w="28575">
            <a:solidFill>
              <a:srgbClr val="3f353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5" dur="1000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8" dur="1000"/>
                                        <p:tgtEl>
                                          <p:spTgt spid="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1" dur="10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6" dur="10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This is a graph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Google Shape;588;p71"/>
          <p:cNvSpPr/>
          <p:nvPr/>
        </p:nvSpPr>
        <p:spPr>
          <a:xfrm>
            <a:off x="996840" y="1630800"/>
            <a:ext cx="195516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It’s a gas giant and the biggest planet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40" name="Google Shape;589;p71"/>
          <p:cNvSpPr/>
          <p:nvPr/>
        </p:nvSpPr>
        <p:spPr>
          <a:xfrm>
            <a:off x="997200" y="1231920"/>
            <a:ext cx="185796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Jupiter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41" name="Google Shape;590;p71"/>
          <p:cNvSpPr/>
          <p:nvPr/>
        </p:nvSpPr>
        <p:spPr>
          <a:xfrm flipH="1">
            <a:off x="996480" y="3717000"/>
            <a:ext cx="185796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Mars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42" name="Google Shape;591;p71"/>
          <p:cNvSpPr/>
          <p:nvPr/>
        </p:nvSpPr>
        <p:spPr>
          <a:xfrm flipH="1">
            <a:off x="996840" y="4130640"/>
            <a:ext cx="195552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Mars is a cold place, not hot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43" name="Google Shape;592;p71"/>
          <p:cNvSpPr/>
          <p:nvPr/>
        </p:nvSpPr>
        <p:spPr>
          <a:xfrm>
            <a:off x="996840" y="2880720"/>
            <a:ext cx="195516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Venus has a beautiful name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44" name="Google Shape;593;p71"/>
          <p:cNvSpPr/>
          <p:nvPr/>
        </p:nvSpPr>
        <p:spPr>
          <a:xfrm>
            <a:off x="997200" y="2452320"/>
            <a:ext cx="185796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Venus</a:t>
            </a:r>
            <a:endParaRPr b="0" lang="en-HK" sz="2400" spc="-1" strike="noStrike">
              <a:latin typeface="Arial"/>
            </a:endParaRPr>
          </a:p>
        </p:txBody>
      </p:sp>
      <p:pic>
        <p:nvPicPr>
          <p:cNvPr id="745" name="Google Shape;594;p71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071960" y="1301040"/>
            <a:ext cx="4358520" cy="2694960"/>
          </a:xfrm>
          <a:prstGeom prst="rect">
            <a:avLst/>
          </a:prstGeom>
          <a:ln w="0">
            <a:noFill/>
          </a:ln>
        </p:spPr>
      </p:pic>
      <p:sp>
        <p:nvSpPr>
          <p:cNvPr id="746" name="Google Shape;595;p71"/>
          <p:cNvSpPr/>
          <p:nvPr/>
        </p:nvSpPr>
        <p:spPr>
          <a:xfrm>
            <a:off x="4236120" y="4227120"/>
            <a:ext cx="40453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202124"/>
                </a:solidFill>
                <a:latin typeface="Montserrat"/>
                <a:ea typeface="Montserrat"/>
              </a:rPr>
              <a:t>Follow the link in the graph to modify its data and then paste the new one here. For more info, click </a:t>
            </a:r>
            <a:r>
              <a:rPr b="0" lang="en" sz="10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3"/>
              </a:rPr>
              <a:t>here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7" name="Google Shape;596;p71"/>
          <p:cNvSpPr/>
          <p:nvPr/>
        </p:nvSpPr>
        <p:spPr>
          <a:xfrm>
            <a:off x="4766040" y="3870000"/>
            <a:ext cx="8769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Vidaloka"/>
                <a:ea typeface="Vidaloka"/>
              </a:rPr>
              <a:t>Jupiter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48" name="Google Shape;597;p71"/>
          <p:cNvSpPr/>
          <p:nvPr/>
        </p:nvSpPr>
        <p:spPr>
          <a:xfrm>
            <a:off x="5950080" y="3870000"/>
            <a:ext cx="8769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Vidaloka"/>
                <a:ea typeface="Vidaloka"/>
              </a:rPr>
              <a:t>Venus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49" name="Google Shape;598;p71"/>
          <p:cNvSpPr/>
          <p:nvPr/>
        </p:nvSpPr>
        <p:spPr>
          <a:xfrm>
            <a:off x="7067880" y="3870000"/>
            <a:ext cx="8769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Vidaloka"/>
                <a:ea typeface="Vidaloka"/>
              </a:rPr>
              <a:t>Mars</a:t>
            </a: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This is a graph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Google Shape;604;p72"/>
          <p:cNvSpPr/>
          <p:nvPr/>
        </p:nvSpPr>
        <p:spPr>
          <a:xfrm>
            <a:off x="6460200" y="2498760"/>
            <a:ext cx="194652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Jupiter is the biggest planet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52" name="Google Shape;605;p72"/>
          <p:cNvSpPr/>
          <p:nvPr/>
        </p:nvSpPr>
        <p:spPr>
          <a:xfrm>
            <a:off x="6460200" y="2099880"/>
            <a:ext cx="1946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30% Jupiter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53" name="Google Shape;606;p72"/>
          <p:cNvSpPr/>
          <p:nvPr/>
        </p:nvSpPr>
        <p:spPr>
          <a:xfrm>
            <a:off x="6460200" y="3569040"/>
            <a:ext cx="194652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Venus has a beautiful name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54" name="Google Shape;607;p72"/>
          <p:cNvSpPr/>
          <p:nvPr/>
        </p:nvSpPr>
        <p:spPr>
          <a:xfrm>
            <a:off x="6460200" y="3141000"/>
            <a:ext cx="1946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50% Venus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55" name="Google Shape;608;p72"/>
          <p:cNvSpPr/>
          <p:nvPr/>
        </p:nvSpPr>
        <p:spPr>
          <a:xfrm>
            <a:off x="6460200" y="1490400"/>
            <a:ext cx="194652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Mars is a cold place, not hot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56" name="Google Shape;609;p72"/>
          <p:cNvSpPr/>
          <p:nvPr/>
        </p:nvSpPr>
        <p:spPr>
          <a:xfrm>
            <a:off x="6460200" y="1091880"/>
            <a:ext cx="1946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20% Mars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57" name="Google Shape;610;p72"/>
          <p:cNvSpPr/>
          <p:nvPr/>
        </p:nvSpPr>
        <p:spPr>
          <a:xfrm>
            <a:off x="1049040" y="4227120"/>
            <a:ext cx="70459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202124"/>
                </a:solidFill>
                <a:latin typeface="Montserrat"/>
                <a:ea typeface="Montserrat"/>
              </a:rPr>
              <a:t>Follow the link in the graph to modify its data and then paste the new one here. </a:t>
            </a:r>
            <a:r>
              <a:rPr b="1" lang="en" sz="1000" spc="-1" strike="noStrike">
                <a:solidFill>
                  <a:srgbClr val="202124"/>
                </a:solidFill>
                <a:latin typeface="Montserrat"/>
                <a:ea typeface="Montserrat"/>
              </a:rPr>
              <a:t>For more info, click </a:t>
            </a:r>
            <a:r>
              <a:rPr b="1" lang="en" sz="1000" spc="-1" strike="noStrike" u="sng">
                <a:solidFill>
                  <a:srgbClr val="000000"/>
                </a:solidFill>
                <a:uFillTx/>
                <a:latin typeface="Montserrat"/>
                <a:ea typeface="Montserrat"/>
                <a:hlinkClick r:id="rId1"/>
              </a:rPr>
              <a:t>here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58" name="Google Shape;611;p72"/>
          <p:cNvSpPr/>
          <p:nvPr/>
        </p:nvSpPr>
        <p:spPr>
          <a:xfrm>
            <a:off x="1080000" y="3835800"/>
            <a:ext cx="7945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Vidaloka"/>
                <a:ea typeface="Vidaloka"/>
              </a:rPr>
              <a:t>Jupiter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759" name="Google Shape;612;p72"/>
          <p:cNvSpPr/>
          <p:nvPr/>
        </p:nvSpPr>
        <p:spPr>
          <a:xfrm>
            <a:off x="2081160" y="3835800"/>
            <a:ext cx="7945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Vidaloka"/>
                <a:ea typeface="Vidaloka"/>
              </a:rPr>
              <a:t>Mars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760" name="Google Shape;613;p72"/>
          <p:cNvSpPr/>
          <p:nvPr/>
        </p:nvSpPr>
        <p:spPr>
          <a:xfrm>
            <a:off x="3082320" y="3835800"/>
            <a:ext cx="79452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Vidaloka"/>
                <a:ea typeface="Vidaloka"/>
              </a:rPr>
              <a:t>Venus</a:t>
            </a:r>
            <a:endParaRPr b="0" lang="en-HK" sz="1300" spc="-1" strike="noStrike">
              <a:latin typeface="Arial"/>
            </a:endParaRPr>
          </a:p>
        </p:txBody>
      </p:sp>
      <p:pic>
        <p:nvPicPr>
          <p:cNvPr id="761" name="Google Shape;614;p72" descr="">
            <a:hlinkClick r:id="rId2"/>
          </p:cNvPr>
          <p:cNvPicPr/>
          <p:nvPr/>
        </p:nvPicPr>
        <p:blipFill>
          <a:blip r:embed="rId3"/>
          <a:srcRect l="3083" t="3066" r="11011" b="4325"/>
          <a:stretch/>
        </p:blipFill>
        <p:spPr>
          <a:xfrm>
            <a:off x="713160" y="1224720"/>
            <a:ext cx="3916800" cy="261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3" dur="1000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8" dur="10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1" dur="10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6" dur="10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9" dur="1000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4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326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Maybe you need to divide the content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 type="subTitle"/>
          </p:nvPr>
        </p:nvSpPr>
        <p:spPr>
          <a:xfrm>
            <a:off x="5038920" y="2551320"/>
            <a:ext cx="2485800" cy="501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3f3533"/>
                </a:solidFill>
                <a:latin typeface="Vidaloka"/>
                <a:ea typeface="Vidaloka"/>
              </a:rPr>
              <a:t>Venus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ubTitle"/>
          </p:nvPr>
        </p:nvSpPr>
        <p:spPr>
          <a:xfrm>
            <a:off x="5038920" y="2961360"/>
            <a:ext cx="2485800" cy="901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Venus has a beautiful name and is the second planet from the Sun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765" name="PlaceHolder 4"/>
          <p:cNvSpPr>
            <a:spLocks noGrp="1"/>
          </p:cNvSpPr>
          <p:nvPr>
            <p:ph type="subTitle"/>
          </p:nvPr>
        </p:nvSpPr>
        <p:spPr>
          <a:xfrm>
            <a:off x="1693080" y="2551320"/>
            <a:ext cx="2485800" cy="501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3f3533"/>
                </a:solidFill>
                <a:latin typeface="Vidaloka"/>
                <a:ea typeface="Vidaloka"/>
              </a:rPr>
              <a:t>Mercury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66" name="PlaceHolder 5"/>
          <p:cNvSpPr>
            <a:spLocks noGrp="1"/>
          </p:cNvSpPr>
          <p:nvPr>
            <p:ph type="subTitle"/>
          </p:nvPr>
        </p:nvSpPr>
        <p:spPr>
          <a:xfrm>
            <a:off x="1693080" y="2961360"/>
            <a:ext cx="2485800" cy="901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Mercury is the closest planet to the Sun and the smallest one</a:t>
            </a:r>
            <a:endParaRPr b="0" lang="en-HK" sz="1400" spc="-1" strike="noStrike">
              <a:latin typeface="Arial"/>
            </a:endParaRPr>
          </a:p>
        </p:txBody>
      </p:sp>
      <p:grpSp>
        <p:nvGrpSpPr>
          <p:cNvPr id="767" name="Google Shape;624;p73"/>
          <p:cNvGrpSpPr/>
          <p:nvPr/>
        </p:nvGrpSpPr>
        <p:grpSpPr>
          <a:xfrm>
            <a:off x="2738160" y="2093040"/>
            <a:ext cx="395640" cy="393120"/>
            <a:chOff x="2738160" y="2093040"/>
            <a:chExt cx="395640" cy="393120"/>
          </a:xfrm>
        </p:grpSpPr>
        <p:sp>
          <p:nvSpPr>
            <p:cNvPr id="768" name="Google Shape;625;p73"/>
            <p:cNvSpPr/>
            <p:nvPr/>
          </p:nvSpPr>
          <p:spPr>
            <a:xfrm>
              <a:off x="2891880" y="2093040"/>
              <a:ext cx="241920" cy="238320"/>
            </a:xfrm>
            <a:custGeom>
              <a:avLst/>
              <a:gdLst/>
              <a:ahLst/>
              <a:rect l="l" t="t" r="r" b="b"/>
              <a:pathLst>
                <a:path w="7837" h="7715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9" name="Google Shape;626;p73"/>
            <p:cNvSpPr/>
            <p:nvPr/>
          </p:nvSpPr>
          <p:spPr>
            <a:xfrm>
              <a:off x="2813040" y="2179440"/>
              <a:ext cx="230760" cy="229680"/>
            </a:xfrm>
            <a:custGeom>
              <a:avLst/>
              <a:gdLst/>
              <a:ahLst/>
              <a:rect l="l" t="t" r="r" b="b"/>
              <a:pathLst>
                <a:path w="7467" h="7436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0" name="Google Shape;627;p73"/>
            <p:cNvSpPr/>
            <p:nvPr/>
          </p:nvSpPr>
          <p:spPr>
            <a:xfrm>
              <a:off x="2738160" y="2101680"/>
              <a:ext cx="384480" cy="384480"/>
            </a:xfrm>
            <a:custGeom>
              <a:avLst/>
              <a:gdLst/>
              <a:ahLst/>
              <a:rect l="l" t="t" r="r" b="b"/>
              <a:pathLst>
                <a:path w="12445" h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71" name="Google Shape;628;p73"/>
          <p:cNvGrpSpPr/>
          <p:nvPr/>
        </p:nvGrpSpPr>
        <p:grpSpPr>
          <a:xfrm>
            <a:off x="6140520" y="2093400"/>
            <a:ext cx="282240" cy="392400"/>
            <a:chOff x="6140520" y="2093400"/>
            <a:chExt cx="282240" cy="392400"/>
          </a:xfrm>
        </p:grpSpPr>
        <p:sp>
          <p:nvSpPr>
            <p:cNvPr id="772" name="Google Shape;629;p73"/>
            <p:cNvSpPr/>
            <p:nvPr/>
          </p:nvSpPr>
          <p:spPr>
            <a:xfrm>
              <a:off x="6224400" y="2383920"/>
              <a:ext cx="115560" cy="50400"/>
            </a:xfrm>
            <a:custGeom>
              <a:avLst/>
              <a:gdLst/>
              <a:ahLst/>
              <a:rect l="l" t="t" r="r" b="b"/>
              <a:pathLst>
                <a:path w="3750" h="1639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Google Shape;630;p73"/>
            <p:cNvSpPr/>
            <p:nvPr/>
          </p:nvSpPr>
          <p:spPr>
            <a:xfrm>
              <a:off x="6167160" y="2144880"/>
              <a:ext cx="229680" cy="290160"/>
            </a:xfrm>
            <a:custGeom>
              <a:avLst/>
              <a:gdLst/>
              <a:ahLst/>
              <a:rect l="l" t="t" r="r" b="b"/>
              <a:pathLst>
                <a:path w="7436" h="9389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Google Shape;631;p73"/>
            <p:cNvSpPr/>
            <p:nvPr/>
          </p:nvSpPr>
          <p:spPr>
            <a:xfrm>
              <a:off x="6140520" y="2459880"/>
              <a:ext cx="282240" cy="25920"/>
            </a:xfrm>
            <a:custGeom>
              <a:avLst/>
              <a:gdLst/>
              <a:ahLst/>
              <a:rect l="l" t="t" r="r" b="b"/>
              <a:pathLst>
                <a:path w="9138" h="852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Google Shape;632;p73"/>
            <p:cNvSpPr/>
            <p:nvPr/>
          </p:nvSpPr>
          <p:spPr>
            <a:xfrm>
              <a:off x="6140520" y="2093400"/>
              <a:ext cx="280440" cy="24840"/>
            </a:xfrm>
            <a:custGeom>
              <a:avLst/>
              <a:gdLst/>
              <a:ahLst/>
              <a:rect l="l" t="t" r="r" b="b"/>
              <a:pathLst>
                <a:path w="9075" h="820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64267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000000"/>
                </a:solidFill>
                <a:latin typeface="Vidaloka"/>
                <a:ea typeface="Vidaloka"/>
              </a:rPr>
              <a:t>Maybe you need to divide the content</a:t>
            </a:r>
            <a:endParaRPr b="0" lang="en-HK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 type="subTitle"/>
          </p:nvPr>
        </p:nvSpPr>
        <p:spPr>
          <a:xfrm>
            <a:off x="3226680" y="1405440"/>
            <a:ext cx="2485800" cy="400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Venus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ubTitle"/>
          </p:nvPr>
        </p:nvSpPr>
        <p:spPr>
          <a:xfrm>
            <a:off x="3226680" y="180648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Venus has a beautiful name and it’s hot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79" name="PlaceHolder 4"/>
          <p:cNvSpPr>
            <a:spLocks noGrp="1"/>
          </p:cNvSpPr>
          <p:nvPr>
            <p:ph type="subTitle"/>
          </p:nvPr>
        </p:nvSpPr>
        <p:spPr>
          <a:xfrm>
            <a:off x="719280" y="1405440"/>
            <a:ext cx="2485800" cy="400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Mercury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80" name="PlaceHolder 5"/>
          <p:cNvSpPr>
            <a:spLocks noGrp="1"/>
          </p:cNvSpPr>
          <p:nvPr>
            <p:ph type="subTitle"/>
          </p:nvPr>
        </p:nvSpPr>
        <p:spPr>
          <a:xfrm>
            <a:off x="719280" y="180648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Mercury is the closest planet to the Sun 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81" name="PlaceHolder 6"/>
          <p:cNvSpPr>
            <a:spLocks noGrp="1"/>
          </p:cNvSpPr>
          <p:nvPr>
            <p:ph type="subTitle"/>
          </p:nvPr>
        </p:nvSpPr>
        <p:spPr>
          <a:xfrm>
            <a:off x="3226680" y="3171240"/>
            <a:ext cx="2485800" cy="461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Mars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82" name="PlaceHolder 7"/>
          <p:cNvSpPr>
            <a:spLocks noGrp="1"/>
          </p:cNvSpPr>
          <p:nvPr>
            <p:ph type="subTitle"/>
          </p:nvPr>
        </p:nvSpPr>
        <p:spPr>
          <a:xfrm>
            <a:off x="3226680" y="356544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Despite being red, Mars is actually a cold place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783" name="PlaceHolder 8"/>
          <p:cNvSpPr>
            <a:spLocks noGrp="1"/>
          </p:cNvSpPr>
          <p:nvPr>
            <p:ph type="subTitle"/>
          </p:nvPr>
        </p:nvSpPr>
        <p:spPr>
          <a:xfrm>
            <a:off x="719280" y="3171240"/>
            <a:ext cx="2485800" cy="461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Vidaloka"/>
                <a:ea typeface="Vidaloka"/>
              </a:rPr>
              <a:t>Jupiter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784" name="PlaceHolder 9"/>
          <p:cNvSpPr>
            <a:spLocks noGrp="1"/>
          </p:cNvSpPr>
          <p:nvPr>
            <p:ph type="subTitle"/>
          </p:nvPr>
        </p:nvSpPr>
        <p:spPr>
          <a:xfrm>
            <a:off x="719280" y="3565440"/>
            <a:ext cx="2485800" cy="6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It’s a gas giant and the biggest planet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785" name="Google Shape;646;p74" descr=""/>
          <p:cNvPicPr/>
          <p:nvPr/>
        </p:nvPicPr>
        <p:blipFill>
          <a:blip r:embed="rId1"/>
          <a:srcRect l="28798" t="0" r="11300" b="0"/>
          <a:stretch/>
        </p:blipFill>
        <p:spPr>
          <a:xfrm>
            <a:off x="6070320" y="1561320"/>
            <a:ext cx="2234160" cy="2487600"/>
          </a:xfrm>
          <a:prstGeom prst="rect">
            <a:avLst/>
          </a:prstGeom>
          <a:ln w="28575">
            <a:solidFill>
              <a:srgbClr val="3f353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8" dur="indefinite" restart="never" nodeType="tmRoot">
          <p:childTnLst>
            <p:seq>
              <p:cTn id="169" dur="indefinite" nodeType="mainSeq">
                <p:childTnLst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" dur="1000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"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4" dur="1000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7" dur="1000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2" dur="1000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" dur="10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0" dur="10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"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8" dur="1000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1" dur="1000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6"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790</Words>
  <Paragraphs>110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>瑞升 曹</cp:lastModifiedBy>
  <dcterms:modified xsi:type="dcterms:W3CDTF">2024-03-06T07:28:10Z</dcterms:modified>
  <cp:revision>1</cp:revision>
  <dc:subject/>
  <dc:title>Minimalist Business Slides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全屏显示(16:9)</vt:lpwstr>
  </property>
  <property fmtid="{D5CDD505-2E9C-101B-9397-08002B2CF9AE}" pid="4" name="Slides">
    <vt:i4>16</vt:i4>
  </property>
</Properties>
</file>