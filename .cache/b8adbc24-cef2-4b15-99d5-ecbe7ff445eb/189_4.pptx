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228680E-AB7E-49F8-9EC1-602159FEAE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835CDF-3B5C-484A-A4FC-BDBDC81DD9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E46F7BF-E585-4C1A-8924-20E38ECFAA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9BFED2A-65D6-4409-B249-2B4D5E23A0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84F9B9-6F16-4EC9-B78C-C9C0E89A72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CD21D64-BD5A-4C3D-A3FF-4DD90C4B61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88904E-B2A8-40F0-A982-4EA5C6D6D5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D4C500C-0580-4548-94DA-0467ED23E0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EE8BF71-7A87-4698-B23B-048B387C5F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90AF35A-7EFF-4D81-95ED-2CC6D8CA26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1C79230-4A80-4408-8E08-80E5ECF5657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34003AD-11B9-4596-B704-15F35F2D003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 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45F1875-B471-4055-A2E5-7C540FF4A45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2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 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</a:t>
            </a:r>
            <a:r>
              <a:rPr b="0" lang="en-HK" sz="4400" spc="-1" strike="noStrike">
                <a:latin typeface="Arial"/>
              </a:rPr>
              <a:t>edit the </a:t>
            </a:r>
            <a:r>
              <a:rPr b="0" lang="en-HK" sz="4400" spc="-1" strike="noStrike">
                <a:latin typeface="Arial"/>
              </a:rPr>
              <a:t>title text </a:t>
            </a:r>
            <a:r>
              <a:rPr b="0" lang="en-HK" sz="4400" spc="-1" strike="noStrike">
                <a:latin typeface="Arial"/>
              </a:rPr>
              <a:t>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ff0000"/>
                </a:solidFill>
                <a:latin typeface="Calibri"/>
              </a:rPr>
              <a:t>Sustaina</a:t>
            </a:r>
            <a:r>
              <a:rPr b="0" lang="en-US" sz="4400" spc="-1" strike="noStrike">
                <a:solidFill>
                  <a:srgbClr val="ff0000"/>
                </a:solidFill>
                <a:latin typeface="Calibri"/>
              </a:rPr>
              <a:t>ble </a:t>
            </a:r>
            <a:r>
              <a:rPr b="0" lang="en-US" sz="4400" spc="-1" strike="noStrike">
                <a:solidFill>
                  <a:srgbClr val="ff0000"/>
                </a:solidFill>
                <a:latin typeface="Calibri"/>
              </a:rPr>
              <a:t>Energy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  <p:pic>
        <p:nvPicPr>
          <p:cNvPr id="43" name="Picture 3" descr="none.png"/>
          <p:cNvPicPr/>
          <p:nvPr/>
        </p:nvPicPr>
        <p:blipFill>
          <a:blip r:embed="rId1"/>
          <a:stretch/>
        </p:blipFill>
        <p:spPr>
          <a:xfrm>
            <a:off x="628560" y="1825560"/>
            <a:ext cx="2158920" cy="21589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44" name="Table 4"/>
          <p:cNvGraphicFramePr/>
          <p:nvPr/>
        </p:nvGraphicFramePr>
        <p:xfrm>
          <a:off x="628560" y="1825560"/>
          <a:ext cx="7886160" cy="198396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9080"/>
              </a:tblGrid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wind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low cost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high initial investment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solar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low environmental impact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intermittent availability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hydro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high availability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land use conflicts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geothermal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2025-03-05T18:56:22Z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