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FC0748-8FD1-44AE-997E-807D3BBD4E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F84454-25A3-4170-8D72-00E1230009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A635DE-D462-4DA5-A050-29B7FDE4B1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6C4F03-4C83-4FAF-97A1-131EBADE9E0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AE41B8-3D80-49A1-9E3C-BB90118EDB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320040"/>
            <a:ext cx="723852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25717F-D5AB-4D5A-97F5-0F0C4ECDF5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3F9D20-72BC-43BA-ABA2-0E5F248600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4789C5-7854-42F5-A7B6-655A979FE4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4A6000-D381-400C-9E44-1C56D2A244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4B25CA-9C99-4104-A1FE-CC7F1C85AA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564D3-D1E5-4E4C-A787-7F4D22928E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290484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35248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290484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535248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BD7878-9442-4533-9D57-A54926390A1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94C86E-E114-4EEC-A67A-C085531985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9A73CB-43F1-40AF-BDE6-F357B8E918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44240B-857A-47B2-9072-F36E07321C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A30E44-4707-4FB5-A3E6-FDEB6B4915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7339AD-9053-4AC7-892D-DE0EF59A4A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320040"/>
            <a:ext cx="723852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B33231-BC3A-4CE7-83EC-10679AC37B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5DE7C4-5D1E-4F6A-8E93-76378B3063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48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EF9ACD-415D-4A38-9C00-E050DE6E9F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E60BA5-B15D-4FEE-B9AB-E961B4F40A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4140720"/>
            <a:ext cx="72385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AB2ECB-DABC-4A36-BFD2-A8F7D1BF48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166640" y="160956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166640" y="4140720"/>
            <a:ext cx="353232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0CB4C5-78FF-423F-AA44-979A72A182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290484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352480" y="160956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290484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5352480" y="4140720"/>
            <a:ext cx="2330640" cy="231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64DBFB-E864-4DDE-8BC9-6F8B9ED830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a1a1a1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8" hidden="1"/>
          <p:cNvSpPr/>
          <p:nvPr/>
        </p:nvSpPr>
        <p:spPr>
          <a:xfrm flipH="1">
            <a:off x="8152560" y="0"/>
            <a:ext cx="990360" cy="6857640"/>
          </a:xfrm>
          <a:prstGeom prst="rect">
            <a:avLst/>
          </a:prstGeom>
          <a:blipFill rotWithShape="0">
            <a:blip r:embed="rId2">
              <a:alphaModFix amt="43000"/>
            </a:blip>
            <a:srcRect/>
            <a:tile/>
          </a:blipFill>
          <a:ln w="0">
            <a:noFill/>
          </a:ln>
          <a:effectLst>
            <a:innerShdw blurRad="63500" dir="10800000" dist="4445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" name="Rectangle 7"/>
          <p:cNvSpPr/>
          <p:nvPr/>
        </p:nvSpPr>
        <p:spPr>
          <a:xfrm flipH="1">
            <a:off x="2666160" y="0"/>
            <a:ext cx="6476760" cy="6857640"/>
          </a:xfrm>
          <a:prstGeom prst="rect">
            <a:avLst/>
          </a:prstGeom>
          <a:blipFill rotWithShape="0">
            <a:blip r:embed="rId3">
              <a:alphaModFix amt="43000"/>
            </a:blip>
            <a:srcRect/>
            <a:tile/>
          </a:blipFill>
          <a:ln w="0">
            <a:noFill/>
          </a:ln>
          <a:effectLst>
            <a:innerShdw blurRad="63500" dir="10800000" dist="4445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" name="Straight Connector 8"/>
          <p:cNvSpPr/>
          <p:nvPr/>
        </p:nvSpPr>
        <p:spPr>
          <a:xfrm flipV="1">
            <a:off x="2666880" y="0"/>
            <a:ext cx="360" cy="6858000"/>
          </a:xfrm>
          <a:prstGeom prst="line">
            <a:avLst/>
          </a:prstGeom>
          <a:ln w="11430">
            <a:solidFill>
              <a:srgbClr val="ffffff">
                <a:shade val="9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366720" y="533520"/>
            <a:ext cx="5105160" cy="2867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4200" spc="-1" strike="noStrike" cap="all">
                <a:latin typeface="Trebuchet MS"/>
              </a:rPr>
              <a:t>Click to edit Master title style</a:t>
            </a:r>
            <a:endParaRPr b="0" lang="en-US" sz="42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5871240" y="6558120"/>
            <a:ext cx="2001960" cy="22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ffffff"/>
                </a:solidFill>
                <a:latin typeface="Trebuchet M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Trebuchet MS"/>
              </a:rPr>
              <a:t>&lt;date/time&gt;</a:t>
            </a:r>
            <a:endParaRPr b="0" lang="en-HK" sz="1000" spc="-1" strike="noStrike"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2819520" y="6558120"/>
            <a:ext cx="292752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7880760" y="6556320"/>
            <a:ext cx="587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DF8E6AE-0D35-4F3A-AEFD-6F152BCDA1FF}" type="slidenum">
              <a:rPr b="0" lang="en-US" sz="1100" spc="-1" strike="noStrike">
                <a:solidFill>
                  <a:srgbClr val="ffffff"/>
                </a:solidFill>
                <a:latin typeface="Trebuchet MS"/>
              </a:rPr>
              <a:t>&lt;number&gt;</a:t>
            </a:fld>
            <a:endParaRPr b="0" lang="en-HK" sz="1100" spc="-1" strike="noStrike"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f6f6f"/>
                </a:solidFill>
                <a:latin typeface="Trebuchet MS"/>
              </a:rPr>
              <a:t>Third Outline Level</a:t>
            </a:r>
            <a:endParaRPr b="0" lang="en-US" sz="2000" spc="-1" strike="noStrike">
              <a:solidFill>
                <a:srgbClr val="6f6f6f"/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8"/>
          <p:cNvSpPr/>
          <p:nvPr/>
        </p:nvSpPr>
        <p:spPr>
          <a:xfrm flipH="1">
            <a:off x="8152560" y="0"/>
            <a:ext cx="990360" cy="6857640"/>
          </a:xfrm>
          <a:prstGeom prst="rect">
            <a:avLst/>
          </a:prstGeom>
          <a:blipFill rotWithShape="0">
            <a:blip r:embed="rId2">
              <a:alphaModFix amt="43000"/>
            </a:blip>
            <a:srcRect/>
            <a:tile/>
          </a:blipFill>
          <a:ln w="0">
            <a:noFill/>
          </a:ln>
          <a:effectLst>
            <a:innerShdw blurRad="63500" dir="10800000" dist="4445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Click to edit Master title style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Click to edit Master text styles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lvl="1" marL="521280" indent="-228600">
              <a:lnSpc>
                <a:spcPct val="100000"/>
              </a:lnSpc>
              <a:spcBef>
                <a:spcPts val="499"/>
              </a:spcBef>
              <a:buClr>
                <a:srgbClr val="f9b639"/>
              </a:buClr>
              <a:buSzPct val="80000"/>
              <a:buFont typeface="Wingdings 2" charset="2"/>
              <a:buChar char=""/>
            </a:pPr>
            <a:r>
              <a:rPr b="0" lang="en-US" sz="2300" spc="-1" strike="noStrike">
                <a:solidFill>
                  <a:srgbClr val="6f6f6f"/>
                </a:solidFill>
                <a:latin typeface="Trebuchet MS"/>
              </a:rPr>
              <a:t>Second level</a:t>
            </a:r>
            <a:endParaRPr b="0" lang="en-US" sz="2300" spc="-1" strike="noStrike">
              <a:solidFill>
                <a:srgbClr val="000000"/>
              </a:solidFill>
              <a:latin typeface="Trebuchet MS"/>
            </a:endParaRPr>
          </a:p>
          <a:p>
            <a:pPr lvl="2" marL="758880" indent="-228600">
              <a:lnSpc>
                <a:spcPct val="100000"/>
              </a:lnSpc>
              <a:spcBef>
                <a:spcPts val="400"/>
              </a:spcBef>
              <a:buClr>
                <a:srgbClr val="f9b639"/>
              </a:buClr>
              <a:buSzPct val="60000"/>
              <a:buFont typeface="Wingdings" charset="2"/>
              <a:buChar char=""/>
            </a:pPr>
            <a:r>
              <a:rPr b="0" lang="en-US" sz="2000" spc="-1" strike="noStrike">
                <a:solidFill>
                  <a:srgbClr val="000000"/>
                </a:solidFill>
                <a:latin typeface="Trebuchet MS"/>
              </a:rPr>
              <a:t>Third level</a:t>
            </a:r>
            <a:endParaRPr b="0" lang="en-US" sz="2000" spc="-1" strike="noStrike">
              <a:solidFill>
                <a:srgbClr val="6f6f6f"/>
              </a:solidFill>
              <a:latin typeface="Trebuchet MS"/>
            </a:endParaRPr>
          </a:p>
          <a:p>
            <a:pPr lvl="3" marL="1005840" indent="-228600">
              <a:lnSpc>
                <a:spcPct val="100000"/>
              </a:lnSpc>
              <a:spcBef>
                <a:spcPts val="400"/>
              </a:spcBef>
              <a:buClr>
                <a:srgbClr val="f9b639"/>
              </a:buClr>
              <a:buSzPct val="80000"/>
              <a:buFont typeface="Wingdings 2" charset="2"/>
              <a:buChar char=""/>
            </a:pPr>
            <a:r>
              <a:rPr b="0" lang="en-US" sz="2000" spc="-1" strike="noStrike">
                <a:solidFill>
                  <a:srgbClr val="6f6f6f"/>
                </a:solidFill>
                <a:latin typeface="Trebuchet MS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Trebuchet MS"/>
            </a:endParaRPr>
          </a:p>
          <a:p>
            <a:pPr lvl="4" marL="1280160" indent="-228600">
              <a:lnSpc>
                <a:spcPct val="100000"/>
              </a:lnSpc>
              <a:spcBef>
                <a:spcPts val="400"/>
              </a:spcBef>
              <a:buClr>
                <a:srgbClr val="f9b639"/>
              </a:buClr>
              <a:buSzPct val="70000"/>
              <a:buFont typeface="Wingdings" charset="2"/>
              <a:buChar char=""/>
            </a:pPr>
            <a:r>
              <a:rPr b="0" lang="en-US" sz="1800" spc="-1" strike="noStrike">
                <a:solidFill>
                  <a:srgbClr val="000000"/>
                </a:solidFill>
                <a:latin typeface="Trebuchet M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4"/>
          </p:nvPr>
        </p:nvSpPr>
        <p:spPr>
          <a:xfrm>
            <a:off x="4245840" y="6558120"/>
            <a:ext cx="2001960" cy="22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>
              <a:lnSpc>
                <a:spcPct val="100000"/>
              </a:lnSpc>
              <a:buNone/>
              <a:defRPr b="0" lang="en-US" sz="1000" spc="-1" strike="noStrike">
                <a:solidFill>
                  <a:srgbClr val="b13f9a"/>
                </a:solidFill>
                <a:latin typeface="Trebuchet M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b13f9a"/>
                </a:solidFill>
                <a:latin typeface="Trebuchet MS"/>
              </a:rPr>
              <a:t>&lt;date/time&gt;</a:t>
            </a:r>
            <a:endParaRPr b="0" lang="en-HK" sz="1000" spc="-1" strike="noStrike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5"/>
          </p:nvPr>
        </p:nvSpPr>
        <p:spPr>
          <a:xfrm>
            <a:off x="457200" y="6558120"/>
            <a:ext cx="3657240" cy="22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0" bIns="0" anchor="b">
            <a:noAutofit/>
          </a:bodyPr>
          <a:lstStyle>
            <a:lvl1pPr algn="ct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6"/>
          </p:nvPr>
        </p:nvSpPr>
        <p:spPr>
          <a:xfrm>
            <a:off x="6251400" y="6556320"/>
            <a:ext cx="587880" cy="22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100" spc="-1" strike="noStrike">
                <a:solidFill>
                  <a:srgbClr val="b13f9a"/>
                </a:solidFill>
                <a:latin typeface="Trebuchet M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7FE0E45-D7E6-4026-B293-BA878AE90AC1}" type="slidenum">
              <a:rPr b="0" lang="en-US" sz="1100" spc="-1" strike="noStrike">
                <a:solidFill>
                  <a:srgbClr val="b13f9a"/>
                </a:solidFill>
                <a:latin typeface="Trebuchet MS"/>
              </a:rPr>
              <a:t>&lt;number&gt;</a:t>
            </a:fld>
            <a:endParaRPr b="0" lang="en-HK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audio" Target="file:///home/user/Desktop/Baseball.mp3" TargetMode="External"/><Relationship Id="rId2" Type="http://schemas.microsoft.com/office/2007/relationships/media" Target="file:///home/user/Desktop/Baseball.mp3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366720" y="533520"/>
            <a:ext cx="5105160" cy="28677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r>
              <a:rPr b="1" lang="en-US" sz="4200" spc="-1" strike="noStrike" cap="all">
                <a:latin typeface="Trebuchet MS"/>
              </a:rPr>
              <a:t>Baseball</a:t>
            </a:r>
            <a:endParaRPr b="0" lang="en-US" sz="42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685800" y="3429000"/>
            <a:ext cx="7314840" cy="23619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>
            <a:normAutofit/>
          </a:bodyPr>
          <a:p>
            <a:pPr algn="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Trebuchet MS"/>
              </a:rPr>
              <a:t>By Madelyn</a:t>
            </a:r>
            <a:endParaRPr b="0" lang="en-HK" sz="22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Trebuchet MS"/>
              </a:rPr>
              <a:t> </a:t>
            </a:r>
            <a:r>
              <a:rPr b="0" lang="en-US" sz="2200" spc="-1" strike="noStrike">
                <a:solidFill>
                  <a:srgbClr val="ffffff"/>
                </a:solidFill>
                <a:latin typeface="Trebuchet MS"/>
              </a:rPr>
              <a:t>and Mia</a:t>
            </a:r>
            <a:endParaRPr b="0" lang="en-HK" sz="2200" spc="-1" strike="noStrike">
              <a:latin typeface="Arial"/>
            </a:endParaRPr>
          </a:p>
        </p:txBody>
      </p:sp>
      <p:pic>
        <p:nvPicPr>
          <p:cNvPr id="88" name="" descr="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684960" y="2522520"/>
            <a:ext cx="1799640" cy="17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371600" y="380880"/>
            <a:ext cx="6400440" cy="837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Table of contents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905120"/>
            <a:ext cx="7467120" cy="182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5000"/>
          </a:bodyPr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History of baseball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1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2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baseball players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3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Mascots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Page 4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History of baseball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467120" cy="297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80000"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Baseball has been around for hundreds of years.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It started as an English game called “rounder's”.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Americans played a similar game called “town ball”.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In 1845, Alexander Cartwright and Daniel “Doc” Adams , leaders of Knickerbocker Baseball club developed the first set of rules for the game.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In the 1900s the rules had evolved to be close to the rules of today to consider it the “birth” of baseball.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Babe Ruth  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Without question George Herman “Babe” Ruth is the most famous and important baseball player in history.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He died from throat cancer at the age of 53.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In 22 seasons he scored 714  home runs.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His best season was in 1927 when he hit 60 home runs. This was a record for 34 years.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 fontScale="98000"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 </a:t>
            </a:r>
            <a:r>
              <a:rPr b="1" lang="en-US" sz="3800" spc="-1" strike="noStrike" cap="all">
                <a:latin typeface="Trebuchet MS"/>
              </a:rPr>
              <a:t>Who’s the best baseball player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956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 because he hit 60 home runs.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 is a good baseball player because he led the Boston Red Sox’s to there fifth world series title, winning game land 4 against the Chicago Cubs.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447920" y="380880"/>
            <a:ext cx="640044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 fontScale="68000"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Did you know every baseball team has a mascot?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2133720"/>
            <a:ext cx="746712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5000"/>
          </a:bodyPr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top 10 mascots are: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Mr. Met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Phillies Phantie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Bernie Brewer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Billy the Marlin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Wally the Green Monster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Mariner Moose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Saint Diego Chicken Stomper/Lou seal/the Oriole Bird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85840" indent="-28584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The Mascots represent the team and entertain the audience. 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7238520" cy="11275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rmAutofit fontScale="97000"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Glossary</a:t>
            </a:r>
            <a:br>
              <a:rPr sz="3800"/>
            </a:b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0" y="1600200"/>
            <a:ext cx="7238520" cy="48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Evolved- to develop 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Mascot- a person, an animal, or a thing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Record- the best that has yet been done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Seasons- a period of time 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Wingdings 2" charset="2"/>
              <a:buChar char="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World Series – annual championship series between North American-based Major League Baseball (MLB), played since 1903 between the American League (AL).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8520" cy="114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b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800" spc="-1" strike="noStrike" cap="all">
                <a:latin typeface="Trebuchet MS"/>
              </a:rPr>
              <a:t>index</a:t>
            </a:r>
            <a:endParaRPr b="0" lang="en-US" sz="3800" spc="-1" strike="noStrike">
              <a:solidFill>
                <a:srgbClr val="000000"/>
              </a:solidFill>
              <a:latin typeface="Trebuchet M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467120" cy="228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79000"/>
          </a:bodyPr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Table of contents                                           page 1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History of baseball                                         page 2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Babe Ruth                                                      page 3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Who’s the best baseball player                       page 4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 marL="274320" indent="-274320">
              <a:lnSpc>
                <a:spcPct val="100000"/>
              </a:lnSpc>
              <a:spcBef>
                <a:spcPts val="601"/>
              </a:spcBef>
              <a:buClr>
                <a:srgbClr val="b13f9a"/>
              </a:buClr>
              <a:buSzPct val="73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Trebuchet MS"/>
              </a:rPr>
              <a:t>Did you know every team has a Mascot           page 5</a:t>
            </a: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130</TotalTime>
  <Application>LibreOffice/7.3.7.2$Linux_X86_64 LibreOffice_project/30$Build-2</Application>
  <AppVersion>15.0000</AppVersion>
  <Words>337</Words>
  <Paragraphs>44</Paragraphs>
  <Company>McLean County Unit District No. 5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2015-02-09T17:10:37Z</dcterms:created>
  <dc:creator>Student, Benjamin</dc:creator>
  <dc:description/>
  <dc:language>en-HK</dc:language>
  <cp:lastModifiedBy/>
  <dcterms:modified xsi:type="dcterms:W3CDTF">2025-03-06T17:17:14Z</dcterms:modified>
  <cp:revision>22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8</vt:i4>
  </property>
</Properties>
</file>