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84C841-9380-4963-839E-C5E5300BBE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F6C188-A77F-443E-B82F-97D8C82AF5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09608B-9C5B-44F6-9C4A-8A3FC8BA36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9C9C89B-81A1-4EC4-B492-3A38C27A62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BEBACE1-A257-4ACF-87C9-C9DBC3204A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6E71D9-C493-44A4-AB78-032AF9AF08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0AD583-7099-4975-8E67-0C8A899E39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9A7908-E3E8-4D42-84BE-4D7FB3CD34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F1EFA7-97A5-4FC0-A309-E06E6FAE7E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EA0274D-4F9C-460E-81F9-77333605F0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4D328C-AA73-4F5A-BC9B-02F1D57B3BF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E323C6-5BCF-4899-8779-B5186E98DF9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B844C8C-FDF3-42C8-9BD5-7F2B8F5A8AD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"/>
              </a:rPr>
              <a:t>NFC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64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6400"/>
                </a:solidFill>
                <a:latin typeface="Calibri"/>
              </a:rPr>
              <a:t>NFC (Near Field Communication) enables seamless wireless communication between devices in close proximity.</a:t>
            </a:r>
            <a:endParaRPr b="0" lang="en-HK" sz="2000" spc="-1" strike="noStrike">
              <a:latin typeface="Arial"/>
            </a:endParaRPr>
          </a:p>
        </p:txBody>
      </p:sp>
      <p:pic>
        <p:nvPicPr>
          <p:cNvPr id="45" name="Picture 3" descr="none.png"/>
          <p:cNvPicPr/>
          <p:nvPr/>
        </p:nvPicPr>
        <p:blipFill>
          <a:blip r:embed="rId1"/>
          <a:stretch/>
        </p:blipFill>
        <p:spPr>
          <a:xfrm>
            <a:off x="5760000" y="1600200"/>
            <a:ext cx="2158560" cy="215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"/>
              </a:rPr>
              <a:t>NFC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64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6400"/>
                </a:solidFill>
                <a:latin typeface="Calibri"/>
              </a:rPr>
              <a:t>NFC (Near Field Communication) enables seamless wireless communication between devices in close proximity.</a:t>
            </a:r>
            <a:endParaRPr b="0" lang="en-HK" sz="2000" spc="-1" strike="noStrike">
              <a:latin typeface="Arial"/>
            </a:endParaRPr>
          </a:p>
        </p:txBody>
      </p:sp>
      <p:pic>
        <p:nvPicPr>
          <p:cNvPr id="48" name="Picture 1" descr="none.png"/>
          <p:cNvPicPr/>
          <p:nvPr/>
        </p:nvPicPr>
        <p:blipFill>
          <a:blip r:embed="rId1"/>
          <a:stretch/>
        </p:blipFill>
        <p:spPr>
          <a:xfrm>
            <a:off x="628560" y="1825560"/>
            <a:ext cx="2158560" cy="215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2025-03-05T19:00:41Z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